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</p:sldMasterIdLst>
  <p:notesMasterIdLst>
    <p:notesMasterId r:id="rId7"/>
  </p:notesMasterIdLst>
  <p:sldIdLst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0487" autoAdjust="0"/>
  </p:normalViewPr>
  <p:slideViewPr>
    <p:cSldViewPr snapToGrid="0">
      <p:cViewPr varScale="1">
        <p:scale>
          <a:sx n="104" d="100"/>
          <a:sy n="104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A3D14-FF36-4BDE-9B8C-E74018E9A2C6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415F8-B819-4978-98C4-CD73BB9C1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2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918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Saving in Project price:</a:t>
            </a:r>
          </a:p>
          <a:p>
            <a:pPr marL="228600" indent="-228600">
              <a:buAutoNum type="arabicPeriod"/>
            </a:pPr>
            <a:r>
              <a:rPr lang="en-US" dirty="0" smtClean="0"/>
              <a:t>(Average of Non-Awarded Bids - Awarded Bid) = Savings</a:t>
            </a:r>
          </a:p>
          <a:p>
            <a:pPr marL="228600" indent="-228600">
              <a:buAutoNum type="arabicPeriod"/>
            </a:pPr>
            <a:r>
              <a:rPr lang="en-US" dirty="0" smtClean="0"/>
              <a:t>(BOQ – Awarded</a:t>
            </a:r>
            <a:r>
              <a:rPr lang="en-US" baseline="0" dirty="0" smtClean="0"/>
              <a:t> Bid) = Savings</a:t>
            </a:r>
            <a:endParaRPr lang="en-US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3057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Saving in Project price:</a:t>
            </a:r>
          </a:p>
          <a:p>
            <a:pPr marL="228600" indent="-228600">
              <a:buAutoNum type="arabicPeriod"/>
            </a:pPr>
            <a:r>
              <a:rPr lang="en-US" dirty="0" smtClean="0"/>
              <a:t>(Average of Non-Awarded Bids - Awarded Bid) = Savings</a:t>
            </a:r>
          </a:p>
          <a:p>
            <a:pPr marL="228600" indent="-228600">
              <a:buAutoNum type="arabicPeriod"/>
            </a:pPr>
            <a:r>
              <a:rPr lang="en-US" dirty="0" smtClean="0"/>
              <a:t>(BOQ – Awarded</a:t>
            </a:r>
            <a:r>
              <a:rPr lang="en-US" baseline="0" dirty="0" smtClean="0"/>
              <a:t> Bid) = Savings</a:t>
            </a:r>
            <a:endParaRPr lang="en-US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2511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Saving in Project price:</a:t>
            </a:r>
          </a:p>
          <a:p>
            <a:pPr marL="228600" indent="-228600">
              <a:buAutoNum type="arabicPeriod"/>
            </a:pPr>
            <a:r>
              <a:rPr lang="en-US" dirty="0" smtClean="0"/>
              <a:t>(Average of Non-Awarded Bids - Awarded Bid) = Savings</a:t>
            </a:r>
          </a:p>
          <a:p>
            <a:pPr marL="228600" indent="-228600">
              <a:buAutoNum type="arabicPeriod"/>
            </a:pPr>
            <a:r>
              <a:rPr lang="en-US" dirty="0" smtClean="0"/>
              <a:t>(BOQ – Awarded</a:t>
            </a:r>
            <a:r>
              <a:rPr lang="en-US" baseline="0" dirty="0" smtClean="0"/>
              <a:t> Bid) = Savings</a:t>
            </a:r>
            <a:endParaRPr lang="en-US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673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66"/>
          <p:cNvSpPr txBox="1">
            <a:spLocks noGrp="1"/>
          </p:cNvSpPr>
          <p:nvPr>
            <p:ph type="title"/>
          </p:nvPr>
        </p:nvSpPr>
        <p:spPr>
          <a:xfrm>
            <a:off x="960000" y="1669967"/>
            <a:ext cx="4891600" cy="2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66"/>
          <p:cNvSpPr txBox="1">
            <a:spLocks noGrp="1"/>
          </p:cNvSpPr>
          <p:nvPr>
            <p:ph type="body" idx="1"/>
          </p:nvPr>
        </p:nvSpPr>
        <p:spPr>
          <a:xfrm>
            <a:off x="960000" y="3916433"/>
            <a:ext cx="4891600" cy="1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>
                <a:solidFill>
                  <a:schemeClr val="accent2"/>
                </a:solidFill>
              </a:defRPr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DD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1" name="Google Shape;11;p66"/>
          <p:cNvGrpSpPr/>
          <p:nvPr/>
        </p:nvGrpSpPr>
        <p:grpSpPr>
          <a:xfrm>
            <a:off x="-2163733" y="721549"/>
            <a:ext cx="3117200" cy="747183"/>
            <a:chOff x="6135125" y="2934550"/>
            <a:chExt cx="2337900" cy="701975"/>
          </a:xfrm>
        </p:grpSpPr>
        <p:sp>
          <p:nvSpPr>
            <p:cNvPr id="12" name="Google Shape;12;p66"/>
            <p:cNvSpPr/>
            <p:nvPr/>
          </p:nvSpPr>
          <p:spPr>
            <a:xfrm>
              <a:off x="6135125" y="2934550"/>
              <a:ext cx="2337900" cy="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66"/>
            <p:cNvSpPr/>
            <p:nvPr/>
          </p:nvSpPr>
          <p:spPr>
            <a:xfrm>
              <a:off x="6135125" y="3068825"/>
              <a:ext cx="2337900" cy="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66"/>
            <p:cNvSpPr/>
            <p:nvPr/>
          </p:nvSpPr>
          <p:spPr>
            <a:xfrm>
              <a:off x="6135125" y="3203100"/>
              <a:ext cx="2337900" cy="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66"/>
            <p:cNvSpPr/>
            <p:nvPr/>
          </p:nvSpPr>
          <p:spPr>
            <a:xfrm>
              <a:off x="6135125" y="3337375"/>
              <a:ext cx="2337900" cy="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66"/>
            <p:cNvSpPr/>
            <p:nvPr/>
          </p:nvSpPr>
          <p:spPr>
            <a:xfrm>
              <a:off x="6135125" y="3471650"/>
              <a:ext cx="2337900" cy="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66"/>
            <p:cNvSpPr/>
            <p:nvPr/>
          </p:nvSpPr>
          <p:spPr>
            <a:xfrm>
              <a:off x="6135125" y="3605925"/>
              <a:ext cx="2337900" cy="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014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gradFill>
          <a:gsLst>
            <a:gs pos="0">
              <a:schemeClr val="dk1"/>
            </a:gs>
            <a:gs pos="36000">
              <a:schemeClr val="dk1"/>
            </a:gs>
            <a:gs pos="100000">
              <a:schemeClr val="dk2"/>
            </a:gs>
          </a:gsLst>
          <a:lin ang="13500032" scaled="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7"/>
          <p:cNvSpPr txBox="1">
            <a:spLocks noGrp="1"/>
          </p:cNvSpPr>
          <p:nvPr>
            <p:ph type="title"/>
          </p:nvPr>
        </p:nvSpPr>
        <p:spPr>
          <a:xfrm>
            <a:off x="953467" y="2782833"/>
            <a:ext cx="4463200" cy="19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0" name="Google Shape;20;p67"/>
          <p:cNvSpPr txBox="1">
            <a:spLocks noGrp="1"/>
          </p:cNvSpPr>
          <p:nvPr>
            <p:ph type="subTitle" idx="1"/>
          </p:nvPr>
        </p:nvSpPr>
        <p:spPr>
          <a:xfrm>
            <a:off x="953467" y="5055733"/>
            <a:ext cx="4463200" cy="8916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Spartan Medium"/>
                <a:ea typeface="Spartan Medium"/>
                <a:cs typeface="Spartan Medium"/>
                <a:sym typeface="Spartan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7"/>
          <p:cNvSpPr txBox="1">
            <a:spLocks noGrp="1"/>
          </p:cNvSpPr>
          <p:nvPr>
            <p:ph type="title" idx="2"/>
          </p:nvPr>
        </p:nvSpPr>
        <p:spPr>
          <a:xfrm>
            <a:off x="953467" y="713333"/>
            <a:ext cx="8768000" cy="2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6902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1"/>
          <p:cNvSpPr txBox="1">
            <a:spLocks noGrp="1"/>
          </p:cNvSpPr>
          <p:nvPr>
            <p:ph type="title"/>
          </p:nvPr>
        </p:nvSpPr>
        <p:spPr>
          <a:xfrm>
            <a:off x="960000" y="713333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678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004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23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gradFill>
          <a:gsLst>
            <a:gs pos="0">
              <a:schemeClr val="dk1"/>
            </a:gs>
            <a:gs pos="36000">
              <a:schemeClr val="dk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07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66"/>
          <p:cNvSpPr txBox="1">
            <a:spLocks noGrp="1"/>
          </p:cNvSpPr>
          <p:nvPr>
            <p:ph type="title"/>
          </p:nvPr>
        </p:nvSpPr>
        <p:spPr>
          <a:xfrm>
            <a:off x="960000" y="1669967"/>
            <a:ext cx="4891600" cy="2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66"/>
          <p:cNvSpPr txBox="1">
            <a:spLocks noGrp="1"/>
          </p:cNvSpPr>
          <p:nvPr>
            <p:ph type="body" idx="1"/>
          </p:nvPr>
        </p:nvSpPr>
        <p:spPr>
          <a:xfrm>
            <a:off x="960000" y="3916433"/>
            <a:ext cx="4891600" cy="1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>
                <a:solidFill>
                  <a:schemeClr val="accent2"/>
                </a:solidFill>
              </a:defRPr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DD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1" name="Google Shape;11;p66"/>
          <p:cNvGrpSpPr/>
          <p:nvPr/>
        </p:nvGrpSpPr>
        <p:grpSpPr>
          <a:xfrm>
            <a:off x="-2163733" y="721549"/>
            <a:ext cx="3117200" cy="747183"/>
            <a:chOff x="6135125" y="2934550"/>
            <a:chExt cx="2337900" cy="701975"/>
          </a:xfrm>
        </p:grpSpPr>
        <p:sp>
          <p:nvSpPr>
            <p:cNvPr id="12" name="Google Shape;12;p66"/>
            <p:cNvSpPr/>
            <p:nvPr/>
          </p:nvSpPr>
          <p:spPr>
            <a:xfrm>
              <a:off x="6135125" y="2934550"/>
              <a:ext cx="2337900" cy="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66"/>
            <p:cNvSpPr/>
            <p:nvPr/>
          </p:nvSpPr>
          <p:spPr>
            <a:xfrm>
              <a:off x="6135125" y="3068825"/>
              <a:ext cx="2337900" cy="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66"/>
            <p:cNvSpPr/>
            <p:nvPr/>
          </p:nvSpPr>
          <p:spPr>
            <a:xfrm>
              <a:off x="6135125" y="3203100"/>
              <a:ext cx="2337900" cy="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66"/>
            <p:cNvSpPr/>
            <p:nvPr/>
          </p:nvSpPr>
          <p:spPr>
            <a:xfrm>
              <a:off x="6135125" y="3337375"/>
              <a:ext cx="2337900" cy="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66"/>
            <p:cNvSpPr/>
            <p:nvPr/>
          </p:nvSpPr>
          <p:spPr>
            <a:xfrm>
              <a:off x="6135125" y="3471650"/>
              <a:ext cx="2337900" cy="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66"/>
            <p:cNvSpPr/>
            <p:nvPr/>
          </p:nvSpPr>
          <p:spPr>
            <a:xfrm>
              <a:off x="6135125" y="3605925"/>
              <a:ext cx="2337900" cy="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204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gradFill>
          <a:gsLst>
            <a:gs pos="0">
              <a:schemeClr val="dk1"/>
            </a:gs>
            <a:gs pos="36000">
              <a:schemeClr val="dk1"/>
            </a:gs>
            <a:gs pos="100000">
              <a:schemeClr val="dk2"/>
            </a:gs>
          </a:gsLst>
          <a:lin ang="13500032" scaled="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7"/>
          <p:cNvSpPr txBox="1">
            <a:spLocks noGrp="1"/>
          </p:cNvSpPr>
          <p:nvPr>
            <p:ph type="title"/>
          </p:nvPr>
        </p:nvSpPr>
        <p:spPr>
          <a:xfrm>
            <a:off x="953467" y="2782833"/>
            <a:ext cx="4463200" cy="19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0" name="Google Shape;20;p67"/>
          <p:cNvSpPr txBox="1">
            <a:spLocks noGrp="1"/>
          </p:cNvSpPr>
          <p:nvPr>
            <p:ph type="subTitle" idx="1"/>
          </p:nvPr>
        </p:nvSpPr>
        <p:spPr>
          <a:xfrm>
            <a:off x="953467" y="5055733"/>
            <a:ext cx="4463200" cy="8916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Spartan Medium"/>
                <a:ea typeface="Spartan Medium"/>
                <a:cs typeface="Spartan Medium"/>
                <a:sym typeface="Spartan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7"/>
          <p:cNvSpPr txBox="1">
            <a:spLocks noGrp="1"/>
          </p:cNvSpPr>
          <p:nvPr>
            <p:ph type="title" idx="2"/>
          </p:nvPr>
        </p:nvSpPr>
        <p:spPr>
          <a:xfrm>
            <a:off x="953467" y="713333"/>
            <a:ext cx="8768000" cy="2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8947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1"/>
          <p:cNvSpPr txBox="1">
            <a:spLocks noGrp="1"/>
          </p:cNvSpPr>
          <p:nvPr>
            <p:ph type="title"/>
          </p:nvPr>
        </p:nvSpPr>
        <p:spPr>
          <a:xfrm>
            <a:off x="960000" y="713333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5424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3952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828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gradFill>
          <a:gsLst>
            <a:gs pos="0">
              <a:schemeClr val="dk1"/>
            </a:gs>
            <a:gs pos="36000">
              <a:schemeClr val="dk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061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36000">
              <a:schemeClr val="dk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5"/>
          <p:cNvSpPr txBox="1">
            <a:spLocks noGrp="1"/>
          </p:cNvSpPr>
          <p:nvPr>
            <p:ph type="title"/>
          </p:nvPr>
        </p:nvSpPr>
        <p:spPr>
          <a:xfrm>
            <a:off x="415600" y="71333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Righteous"/>
              <a:buNone/>
              <a:defRPr sz="3500" b="1" i="0" u="none" strike="noStrike" cap="none">
                <a:solidFill>
                  <a:schemeClr val="accent2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6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●"/>
              <a:defRPr sz="1400" b="0" i="0" u="none" strike="noStrike" cap="none">
                <a:solidFill>
                  <a:schemeClr val="accent3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○"/>
              <a:defRPr sz="1400" b="0" i="0" u="none" strike="noStrike" cap="none">
                <a:solidFill>
                  <a:schemeClr val="accent3"/>
                </a:solidFill>
                <a:latin typeface="Spartan"/>
                <a:ea typeface="Spartan"/>
                <a:cs typeface="Spartan"/>
                <a:sym typeface="Sparta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■"/>
              <a:defRPr sz="1400" b="0" i="0" u="none" strike="noStrike" cap="none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●"/>
              <a:defRPr sz="1400" b="0" i="0" u="none" strike="noStrike" cap="none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○"/>
              <a:defRPr sz="1400" b="0" i="0" u="none" strike="noStrike" cap="none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■"/>
              <a:defRPr sz="1400" b="0" i="0" u="none" strike="noStrike" cap="none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●"/>
              <a:defRPr sz="1400" b="0" i="0" u="none" strike="noStrike" cap="none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○"/>
              <a:defRPr sz="1400" b="0" i="0" u="none" strike="noStrike" cap="none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■"/>
              <a:defRPr sz="1400" b="0" i="0" u="none" strike="noStrike" cap="none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86629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36000">
              <a:schemeClr val="dk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5"/>
          <p:cNvSpPr txBox="1">
            <a:spLocks noGrp="1"/>
          </p:cNvSpPr>
          <p:nvPr>
            <p:ph type="title"/>
          </p:nvPr>
        </p:nvSpPr>
        <p:spPr>
          <a:xfrm>
            <a:off x="415600" y="71333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Righteous"/>
              <a:buNone/>
              <a:defRPr sz="3500" b="1" i="0" u="none" strike="noStrike" cap="none">
                <a:solidFill>
                  <a:schemeClr val="accent2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6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●"/>
              <a:defRPr sz="1400" b="0" i="0" u="none" strike="noStrike" cap="none">
                <a:solidFill>
                  <a:schemeClr val="accent3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○"/>
              <a:defRPr sz="1400" b="0" i="0" u="none" strike="noStrike" cap="none">
                <a:solidFill>
                  <a:schemeClr val="accent3"/>
                </a:solidFill>
                <a:latin typeface="Spartan"/>
                <a:ea typeface="Spartan"/>
                <a:cs typeface="Spartan"/>
                <a:sym typeface="Sparta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■"/>
              <a:defRPr sz="1400" b="0" i="0" u="none" strike="noStrike" cap="none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●"/>
              <a:defRPr sz="1400" b="0" i="0" u="none" strike="noStrike" cap="none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○"/>
              <a:defRPr sz="1400" b="0" i="0" u="none" strike="noStrike" cap="none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■"/>
              <a:defRPr sz="1400" b="0" i="0" u="none" strike="noStrike" cap="none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●"/>
              <a:defRPr sz="1400" b="0" i="0" u="none" strike="noStrike" cap="none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○"/>
              <a:defRPr sz="1400" b="0" i="0" u="none" strike="noStrike" cap="none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rtan"/>
              <a:buChar char="■"/>
              <a:defRPr sz="1400" b="0" i="0" u="none" strike="noStrike" cap="none">
                <a:solidFill>
                  <a:schemeClr val="accent2"/>
                </a:solidFill>
                <a:latin typeface="Spartan"/>
                <a:ea typeface="Spartan"/>
                <a:cs typeface="Spartan"/>
                <a:sym typeface="Spartan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99753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"/>
          <p:cNvSpPr txBox="1">
            <a:spLocks noGrp="1"/>
          </p:cNvSpPr>
          <p:nvPr>
            <p:ph type="title"/>
          </p:nvPr>
        </p:nvSpPr>
        <p:spPr>
          <a:xfrm>
            <a:off x="660221" y="682210"/>
            <a:ext cx="64264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sz="7333" dirty="0" smtClean="0">
                <a:latin typeface="Gadugi" panose="020B0502040204020203" pitchFamily="34" charset="0"/>
                <a:ea typeface="Gadugi" panose="020B0502040204020203" pitchFamily="34" charset="0"/>
              </a:rPr>
              <a:t>Visual suggestions</a:t>
            </a:r>
            <a:endParaRPr sz="5867" b="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761569" y="5765045"/>
            <a:ext cx="2240250" cy="459408"/>
          </a:xfrm>
          <a:prstGeom prst="rect">
            <a:avLst/>
          </a:prstGeom>
          <a:noFill/>
          <a:ln w="9525" cap="flat" cmpd="sng">
            <a:solidFill>
              <a:srgbClr val="4CE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buClr>
                <a:srgbClr val="FAFAFA"/>
              </a:buClr>
              <a:buSzPts val="1400"/>
            </a:pPr>
            <a:r>
              <a:rPr lang="en-GB" sz="1867" kern="0" dirty="0" smtClean="0">
                <a:solidFill>
                  <a:srgbClr val="FFFFFF"/>
                </a:solidFill>
                <a:latin typeface="Gadugi" panose="020B0502040204020203" pitchFamily="34" charset="0"/>
                <a:ea typeface="Gadugi" panose="020B0502040204020203" pitchFamily="34" charset="0"/>
                <a:cs typeface="Spartan"/>
                <a:sym typeface="Spartan"/>
              </a:rPr>
              <a:t>Project Pricing</a:t>
            </a:r>
            <a:endParaRPr sz="1867" kern="0" dirty="0">
              <a:solidFill>
                <a:srgbClr val="FFFFFF"/>
              </a:solidFill>
              <a:latin typeface="Gadugi" panose="020B0502040204020203" pitchFamily="34" charset="0"/>
              <a:ea typeface="Gadugi" panose="020B0502040204020203" pitchFamily="34" charset="0"/>
              <a:cs typeface="Spartan"/>
              <a:sym typeface="Spartan"/>
            </a:endParaRPr>
          </a:p>
        </p:txBody>
      </p:sp>
      <p:grpSp>
        <p:nvGrpSpPr>
          <p:cNvPr id="40" name="Google Shape;40;p1"/>
          <p:cNvGrpSpPr/>
          <p:nvPr/>
        </p:nvGrpSpPr>
        <p:grpSpPr>
          <a:xfrm>
            <a:off x="9149951" y="1773929"/>
            <a:ext cx="2161445" cy="3310143"/>
            <a:chOff x="7050496" y="932864"/>
            <a:chExt cx="1621084" cy="2482607"/>
          </a:xfrm>
        </p:grpSpPr>
        <p:sp>
          <p:nvSpPr>
            <p:cNvPr id="41" name="Google Shape;41;p1"/>
            <p:cNvSpPr/>
            <p:nvPr/>
          </p:nvSpPr>
          <p:spPr>
            <a:xfrm>
              <a:off x="7052711" y="1913995"/>
              <a:ext cx="413837" cy="1501476"/>
            </a:xfrm>
            <a:custGeom>
              <a:avLst/>
              <a:gdLst/>
              <a:ahLst/>
              <a:cxnLst/>
              <a:rect l="l" t="t" r="r" b="b"/>
              <a:pathLst>
                <a:path w="3487" h="12652" extrusionOk="0">
                  <a:moveTo>
                    <a:pt x="0" y="0"/>
                  </a:moveTo>
                  <a:lnTo>
                    <a:pt x="0" y="10634"/>
                  </a:lnTo>
                  <a:lnTo>
                    <a:pt x="3486" y="12652"/>
                  </a:lnTo>
                  <a:lnTo>
                    <a:pt x="3486" y="201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100000">
                  <a:srgbClr val="00362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7094604" y="1991135"/>
              <a:ext cx="55186" cy="1187937"/>
            </a:xfrm>
            <a:custGeom>
              <a:avLst/>
              <a:gdLst/>
              <a:ahLst/>
              <a:cxnLst/>
              <a:rect l="l" t="t" r="r" b="b"/>
              <a:pathLst>
                <a:path w="465" h="10010" extrusionOk="0">
                  <a:moveTo>
                    <a:pt x="1" y="1"/>
                  </a:moveTo>
                  <a:lnTo>
                    <a:pt x="1" y="9732"/>
                  </a:lnTo>
                  <a:lnTo>
                    <a:pt x="465" y="10009"/>
                  </a:lnTo>
                  <a:lnTo>
                    <a:pt x="465" y="273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99CDFE"/>
                </a:gs>
                <a:gs pos="50000">
                  <a:srgbClr val="CCFFF6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7187408" y="2046319"/>
              <a:ext cx="54593" cy="1184851"/>
            </a:xfrm>
            <a:custGeom>
              <a:avLst/>
              <a:gdLst/>
              <a:ahLst/>
              <a:cxnLst/>
              <a:rect l="l" t="t" r="r" b="b"/>
              <a:pathLst>
                <a:path w="460" h="9984" extrusionOk="0">
                  <a:moveTo>
                    <a:pt x="0" y="0"/>
                  </a:moveTo>
                  <a:lnTo>
                    <a:pt x="0" y="9711"/>
                  </a:lnTo>
                  <a:lnTo>
                    <a:pt x="460" y="9983"/>
                  </a:lnTo>
                  <a:lnTo>
                    <a:pt x="460" y="25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99CDFE"/>
                </a:gs>
                <a:gs pos="50000">
                  <a:srgbClr val="CCFFF6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7279620" y="2098299"/>
              <a:ext cx="52219" cy="1185445"/>
            </a:xfrm>
            <a:custGeom>
              <a:avLst/>
              <a:gdLst/>
              <a:ahLst/>
              <a:cxnLst/>
              <a:rect l="l" t="t" r="r" b="b"/>
              <a:pathLst>
                <a:path w="440" h="9989" extrusionOk="0">
                  <a:moveTo>
                    <a:pt x="0" y="1"/>
                  </a:moveTo>
                  <a:lnTo>
                    <a:pt x="0" y="9737"/>
                  </a:lnTo>
                  <a:lnTo>
                    <a:pt x="439" y="9989"/>
                  </a:lnTo>
                  <a:lnTo>
                    <a:pt x="439" y="27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99CDFE"/>
                </a:gs>
                <a:gs pos="50000">
                  <a:srgbClr val="CCFFF6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7369339" y="2150991"/>
              <a:ext cx="54711" cy="1184851"/>
            </a:xfrm>
            <a:custGeom>
              <a:avLst/>
              <a:gdLst/>
              <a:ahLst/>
              <a:cxnLst/>
              <a:rect l="l" t="t" r="r" b="b"/>
              <a:pathLst>
                <a:path w="461" h="9984" extrusionOk="0">
                  <a:moveTo>
                    <a:pt x="1" y="1"/>
                  </a:moveTo>
                  <a:lnTo>
                    <a:pt x="1" y="9732"/>
                  </a:lnTo>
                  <a:lnTo>
                    <a:pt x="460" y="9984"/>
                  </a:lnTo>
                  <a:lnTo>
                    <a:pt x="460" y="273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99CDFE"/>
                </a:gs>
                <a:gs pos="50000">
                  <a:srgbClr val="CCFFF6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7466416" y="1913995"/>
              <a:ext cx="416804" cy="1501476"/>
            </a:xfrm>
            <a:custGeom>
              <a:avLst/>
              <a:gdLst/>
              <a:ahLst/>
              <a:cxnLst/>
              <a:rect l="l" t="t" r="r" b="b"/>
              <a:pathLst>
                <a:path w="3512" h="12652" extrusionOk="0">
                  <a:moveTo>
                    <a:pt x="3511" y="0"/>
                  </a:moveTo>
                  <a:lnTo>
                    <a:pt x="0" y="2018"/>
                  </a:lnTo>
                  <a:lnTo>
                    <a:pt x="0" y="12652"/>
                  </a:lnTo>
                  <a:lnTo>
                    <a:pt x="3511" y="10634"/>
                  </a:lnTo>
                  <a:lnTo>
                    <a:pt x="3511" y="0"/>
                  </a:lnTo>
                  <a:close/>
                </a:path>
              </a:pathLst>
            </a:custGeom>
            <a:gradFill>
              <a:gsLst>
                <a:gs pos="0">
                  <a:srgbClr val="007F6A"/>
                </a:gs>
                <a:gs pos="100000">
                  <a:srgbClr val="00221C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7511275" y="2150991"/>
              <a:ext cx="52813" cy="1184851"/>
            </a:xfrm>
            <a:custGeom>
              <a:avLst/>
              <a:gdLst/>
              <a:ahLst/>
              <a:cxnLst/>
              <a:rect l="l" t="t" r="r" b="b"/>
              <a:pathLst>
                <a:path w="445" h="9984" extrusionOk="0">
                  <a:moveTo>
                    <a:pt x="444" y="1"/>
                  </a:moveTo>
                  <a:lnTo>
                    <a:pt x="1" y="273"/>
                  </a:lnTo>
                  <a:lnTo>
                    <a:pt x="1" y="9984"/>
                  </a:lnTo>
                  <a:lnTo>
                    <a:pt x="444" y="9732"/>
                  </a:lnTo>
                  <a:lnTo>
                    <a:pt x="444" y="1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7601113" y="2098299"/>
              <a:ext cx="55186" cy="1185445"/>
            </a:xfrm>
            <a:custGeom>
              <a:avLst/>
              <a:gdLst/>
              <a:ahLst/>
              <a:cxnLst/>
              <a:rect l="l" t="t" r="r" b="b"/>
              <a:pathLst>
                <a:path w="465" h="9989" extrusionOk="0">
                  <a:moveTo>
                    <a:pt x="464" y="1"/>
                  </a:moveTo>
                  <a:lnTo>
                    <a:pt x="0" y="278"/>
                  </a:lnTo>
                  <a:lnTo>
                    <a:pt x="0" y="9989"/>
                  </a:lnTo>
                  <a:lnTo>
                    <a:pt x="464" y="9737"/>
                  </a:lnTo>
                  <a:lnTo>
                    <a:pt x="464" y="1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7693324" y="2046319"/>
              <a:ext cx="55186" cy="1184851"/>
            </a:xfrm>
            <a:custGeom>
              <a:avLst/>
              <a:gdLst/>
              <a:ahLst/>
              <a:cxnLst/>
              <a:rect l="l" t="t" r="r" b="b"/>
              <a:pathLst>
                <a:path w="465" h="9984" extrusionOk="0">
                  <a:moveTo>
                    <a:pt x="464" y="0"/>
                  </a:moveTo>
                  <a:lnTo>
                    <a:pt x="0" y="252"/>
                  </a:lnTo>
                  <a:lnTo>
                    <a:pt x="0" y="9983"/>
                  </a:lnTo>
                  <a:lnTo>
                    <a:pt x="464" y="9711"/>
                  </a:lnTo>
                  <a:lnTo>
                    <a:pt x="464" y="0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7786010" y="1991135"/>
              <a:ext cx="54593" cy="1187937"/>
            </a:xfrm>
            <a:custGeom>
              <a:avLst/>
              <a:gdLst/>
              <a:ahLst/>
              <a:cxnLst/>
              <a:rect l="l" t="t" r="r" b="b"/>
              <a:pathLst>
                <a:path w="460" h="10010" extrusionOk="0">
                  <a:moveTo>
                    <a:pt x="460" y="1"/>
                  </a:moveTo>
                  <a:lnTo>
                    <a:pt x="1" y="273"/>
                  </a:lnTo>
                  <a:lnTo>
                    <a:pt x="1" y="10009"/>
                  </a:lnTo>
                  <a:lnTo>
                    <a:pt x="460" y="9732"/>
                  </a:lnTo>
                  <a:lnTo>
                    <a:pt x="460" y="1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7052711" y="1674508"/>
              <a:ext cx="830523" cy="478972"/>
            </a:xfrm>
            <a:custGeom>
              <a:avLst/>
              <a:gdLst/>
              <a:ahLst/>
              <a:cxnLst/>
              <a:rect l="l" t="t" r="r" b="b"/>
              <a:pathLst>
                <a:path w="6998" h="4036" extrusionOk="0">
                  <a:moveTo>
                    <a:pt x="3486" y="0"/>
                  </a:moveTo>
                  <a:lnTo>
                    <a:pt x="0" y="2018"/>
                  </a:lnTo>
                  <a:lnTo>
                    <a:pt x="3486" y="4036"/>
                  </a:lnTo>
                  <a:lnTo>
                    <a:pt x="6997" y="2018"/>
                  </a:lnTo>
                  <a:lnTo>
                    <a:pt x="3486" y="0"/>
                  </a:lnTo>
                  <a:close/>
                </a:path>
              </a:pathLst>
            </a:custGeom>
            <a:gradFill>
              <a:gsLst>
                <a:gs pos="0">
                  <a:srgbClr val="4BFFE1"/>
                </a:gs>
                <a:gs pos="100000">
                  <a:srgbClr val="007A6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7396990" y="2003714"/>
              <a:ext cx="146688" cy="85209"/>
            </a:xfrm>
            <a:custGeom>
              <a:avLst/>
              <a:gdLst/>
              <a:ahLst/>
              <a:cxnLst/>
              <a:rect l="l" t="t" r="r" b="b"/>
              <a:pathLst>
                <a:path w="1236" h="718" extrusionOk="0">
                  <a:moveTo>
                    <a:pt x="605" y="1"/>
                  </a:moveTo>
                  <a:lnTo>
                    <a:pt x="0" y="359"/>
                  </a:lnTo>
                  <a:lnTo>
                    <a:pt x="605" y="717"/>
                  </a:lnTo>
                  <a:lnTo>
                    <a:pt x="1236" y="359"/>
                  </a:lnTo>
                  <a:lnTo>
                    <a:pt x="605" y="1"/>
                  </a:lnTo>
                  <a:close/>
                </a:path>
              </a:pathLst>
            </a:custGeom>
            <a:solidFill>
              <a:srgbClr val="66FFE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7414317" y="1721741"/>
              <a:ext cx="109660" cy="62423"/>
            </a:xfrm>
            <a:custGeom>
              <a:avLst/>
              <a:gdLst/>
              <a:ahLst/>
              <a:cxnLst/>
              <a:rect l="l" t="t" r="r" b="b"/>
              <a:pathLst>
                <a:path w="924" h="526" extrusionOk="0">
                  <a:moveTo>
                    <a:pt x="459" y="1"/>
                  </a:moveTo>
                  <a:lnTo>
                    <a:pt x="0" y="253"/>
                  </a:lnTo>
                  <a:lnTo>
                    <a:pt x="459" y="526"/>
                  </a:lnTo>
                  <a:lnTo>
                    <a:pt x="923" y="253"/>
                  </a:lnTo>
                  <a:lnTo>
                    <a:pt x="459" y="1"/>
                  </a:lnTo>
                  <a:close/>
                </a:path>
              </a:pathLst>
            </a:custGeom>
            <a:solidFill>
              <a:srgbClr val="00221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7414317" y="1751766"/>
              <a:ext cx="54593" cy="62304"/>
            </a:xfrm>
            <a:custGeom>
              <a:avLst/>
              <a:gdLst/>
              <a:ahLst/>
              <a:cxnLst/>
              <a:rect l="l" t="t" r="r" b="b"/>
              <a:pathLst>
                <a:path w="460" h="525" extrusionOk="0">
                  <a:moveTo>
                    <a:pt x="0" y="0"/>
                  </a:moveTo>
                  <a:lnTo>
                    <a:pt x="0" y="252"/>
                  </a:lnTo>
                  <a:lnTo>
                    <a:pt x="459" y="525"/>
                  </a:lnTo>
                  <a:lnTo>
                    <a:pt x="459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62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7468789" y="1751766"/>
              <a:ext cx="55186" cy="62304"/>
            </a:xfrm>
            <a:custGeom>
              <a:avLst/>
              <a:gdLst/>
              <a:ahLst/>
              <a:cxnLst/>
              <a:rect l="l" t="t" r="r" b="b"/>
              <a:pathLst>
                <a:path w="465" h="525" extrusionOk="0">
                  <a:moveTo>
                    <a:pt x="464" y="0"/>
                  </a:moveTo>
                  <a:lnTo>
                    <a:pt x="0" y="273"/>
                  </a:lnTo>
                  <a:lnTo>
                    <a:pt x="0" y="525"/>
                  </a:lnTo>
                  <a:lnTo>
                    <a:pt x="464" y="252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rgbClr val="005C4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7339432" y="1764345"/>
              <a:ext cx="109660" cy="62304"/>
            </a:xfrm>
            <a:custGeom>
              <a:avLst/>
              <a:gdLst/>
              <a:ahLst/>
              <a:cxnLst/>
              <a:rect l="l" t="t" r="r" b="b"/>
              <a:pathLst>
                <a:path w="924" h="525" extrusionOk="0">
                  <a:moveTo>
                    <a:pt x="460" y="0"/>
                  </a:moveTo>
                  <a:lnTo>
                    <a:pt x="1" y="252"/>
                  </a:lnTo>
                  <a:lnTo>
                    <a:pt x="460" y="525"/>
                  </a:lnTo>
                  <a:lnTo>
                    <a:pt x="924" y="252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00221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7339432" y="1794252"/>
              <a:ext cx="54593" cy="62304"/>
            </a:xfrm>
            <a:custGeom>
              <a:avLst/>
              <a:gdLst/>
              <a:ahLst/>
              <a:cxnLst/>
              <a:rect l="l" t="t" r="r" b="b"/>
              <a:pathLst>
                <a:path w="460" h="525" extrusionOk="0">
                  <a:moveTo>
                    <a:pt x="1" y="0"/>
                  </a:moveTo>
                  <a:lnTo>
                    <a:pt x="1" y="253"/>
                  </a:lnTo>
                  <a:lnTo>
                    <a:pt x="460" y="525"/>
                  </a:lnTo>
                  <a:lnTo>
                    <a:pt x="460" y="27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362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7393905" y="1794252"/>
              <a:ext cx="55186" cy="62304"/>
            </a:xfrm>
            <a:custGeom>
              <a:avLst/>
              <a:gdLst/>
              <a:ahLst/>
              <a:cxnLst/>
              <a:rect l="l" t="t" r="r" b="b"/>
              <a:pathLst>
                <a:path w="465" h="525" extrusionOk="0">
                  <a:moveTo>
                    <a:pt x="465" y="0"/>
                  </a:moveTo>
                  <a:lnTo>
                    <a:pt x="1" y="273"/>
                  </a:lnTo>
                  <a:lnTo>
                    <a:pt x="1" y="525"/>
                  </a:lnTo>
                  <a:lnTo>
                    <a:pt x="465" y="253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rgbClr val="005C4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264667" y="1806831"/>
              <a:ext cx="109660" cy="62304"/>
            </a:xfrm>
            <a:custGeom>
              <a:avLst/>
              <a:gdLst/>
              <a:ahLst/>
              <a:cxnLst/>
              <a:rect l="l" t="t" r="r" b="b"/>
              <a:pathLst>
                <a:path w="924" h="525" extrusionOk="0">
                  <a:moveTo>
                    <a:pt x="459" y="0"/>
                  </a:moveTo>
                  <a:lnTo>
                    <a:pt x="0" y="273"/>
                  </a:lnTo>
                  <a:lnTo>
                    <a:pt x="459" y="525"/>
                  </a:lnTo>
                  <a:lnTo>
                    <a:pt x="923" y="273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rgbClr val="00221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7264667" y="1839111"/>
              <a:ext cx="54593" cy="60050"/>
            </a:xfrm>
            <a:custGeom>
              <a:avLst/>
              <a:gdLst/>
              <a:ahLst/>
              <a:cxnLst/>
              <a:rect l="l" t="t" r="r" b="b"/>
              <a:pathLst>
                <a:path w="460" h="506" extrusionOk="0">
                  <a:moveTo>
                    <a:pt x="0" y="1"/>
                  </a:moveTo>
                  <a:lnTo>
                    <a:pt x="0" y="233"/>
                  </a:lnTo>
                  <a:lnTo>
                    <a:pt x="459" y="505"/>
                  </a:lnTo>
                  <a:lnTo>
                    <a:pt x="459" y="2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362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7319139" y="1839111"/>
              <a:ext cx="55186" cy="60050"/>
            </a:xfrm>
            <a:custGeom>
              <a:avLst/>
              <a:gdLst/>
              <a:ahLst/>
              <a:cxnLst/>
              <a:rect l="l" t="t" r="r" b="b"/>
              <a:pathLst>
                <a:path w="465" h="506" extrusionOk="0">
                  <a:moveTo>
                    <a:pt x="464" y="1"/>
                  </a:moveTo>
                  <a:lnTo>
                    <a:pt x="0" y="253"/>
                  </a:lnTo>
                  <a:lnTo>
                    <a:pt x="0" y="505"/>
                  </a:lnTo>
                  <a:lnTo>
                    <a:pt x="464" y="233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rgbClr val="005C4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7050496" y="932864"/>
              <a:ext cx="830523" cy="1229829"/>
            </a:xfrm>
            <a:custGeom>
              <a:avLst/>
              <a:gdLst/>
              <a:ahLst/>
              <a:cxnLst/>
              <a:rect l="l" t="t" r="r" b="b"/>
              <a:pathLst>
                <a:path w="6998" h="10363" extrusionOk="0">
                  <a:moveTo>
                    <a:pt x="3486" y="1"/>
                  </a:moveTo>
                  <a:lnTo>
                    <a:pt x="0" y="2039"/>
                  </a:lnTo>
                  <a:lnTo>
                    <a:pt x="0" y="8345"/>
                  </a:lnTo>
                  <a:lnTo>
                    <a:pt x="3486" y="10362"/>
                  </a:lnTo>
                  <a:lnTo>
                    <a:pt x="6997" y="8324"/>
                  </a:lnTo>
                  <a:lnTo>
                    <a:pt x="6997" y="2019"/>
                  </a:lnTo>
                  <a:lnTo>
                    <a:pt x="3486" y="1"/>
                  </a:lnTo>
                  <a:close/>
                </a:path>
              </a:pathLst>
            </a:custGeom>
            <a:gradFill>
              <a:gsLst>
                <a:gs pos="0">
                  <a:srgbClr val="4CEEFD">
                    <a:alpha val="35686"/>
                  </a:srgbClr>
                </a:gs>
                <a:gs pos="34000">
                  <a:srgbClr val="4CEEFD">
                    <a:alpha val="35686"/>
                  </a:srgbClr>
                </a:gs>
                <a:gs pos="100000">
                  <a:srgbClr val="4CEEFD">
                    <a:alpha val="35686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 rot="10800000">
              <a:off x="7536406" y="2356366"/>
              <a:ext cx="1135174" cy="846034"/>
            </a:xfrm>
            <a:custGeom>
              <a:avLst/>
              <a:gdLst/>
              <a:ahLst/>
              <a:cxnLst/>
              <a:rect l="l" t="t" r="r" b="b"/>
              <a:pathLst>
                <a:path w="9565" h="7129" extrusionOk="0">
                  <a:moveTo>
                    <a:pt x="1388" y="0"/>
                  </a:moveTo>
                  <a:lnTo>
                    <a:pt x="0" y="802"/>
                  </a:lnTo>
                  <a:lnTo>
                    <a:pt x="0" y="2396"/>
                  </a:lnTo>
                  <a:lnTo>
                    <a:pt x="8198" y="7128"/>
                  </a:lnTo>
                  <a:lnTo>
                    <a:pt x="9565" y="6351"/>
                  </a:lnTo>
                  <a:lnTo>
                    <a:pt x="9565" y="4752"/>
                  </a:lnTo>
                  <a:lnTo>
                    <a:pt x="1388" y="0"/>
                  </a:lnTo>
                  <a:close/>
                </a:path>
              </a:pathLst>
            </a:custGeom>
            <a:gradFill>
              <a:gsLst>
                <a:gs pos="0">
                  <a:srgbClr val="4CEEFD">
                    <a:alpha val="35686"/>
                  </a:srgbClr>
                </a:gs>
                <a:gs pos="34000">
                  <a:srgbClr val="4CEEFD">
                    <a:alpha val="35686"/>
                  </a:srgbClr>
                </a:gs>
                <a:gs pos="100000">
                  <a:srgbClr val="4CEEFD">
                    <a:alpha val="35686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" name="Google Shape;64;p1"/>
          <p:cNvGrpSpPr/>
          <p:nvPr/>
        </p:nvGrpSpPr>
        <p:grpSpPr>
          <a:xfrm>
            <a:off x="8151629" y="1481451"/>
            <a:ext cx="891840" cy="2613323"/>
            <a:chOff x="6301755" y="713506"/>
            <a:chExt cx="668880" cy="1959992"/>
          </a:xfrm>
        </p:grpSpPr>
        <p:sp>
          <p:nvSpPr>
            <p:cNvPr id="65" name="Google Shape;65;p1"/>
            <p:cNvSpPr/>
            <p:nvPr/>
          </p:nvSpPr>
          <p:spPr>
            <a:xfrm>
              <a:off x="6717051" y="1700600"/>
              <a:ext cx="252195" cy="972898"/>
            </a:xfrm>
            <a:custGeom>
              <a:avLst/>
              <a:gdLst/>
              <a:ahLst/>
              <a:cxnLst/>
              <a:rect l="l" t="t" r="r" b="b"/>
              <a:pathLst>
                <a:path w="2125" h="8198" extrusionOk="0">
                  <a:moveTo>
                    <a:pt x="2124" y="0"/>
                  </a:moveTo>
                  <a:lnTo>
                    <a:pt x="0" y="1221"/>
                  </a:lnTo>
                  <a:lnTo>
                    <a:pt x="0" y="8197"/>
                  </a:lnTo>
                  <a:lnTo>
                    <a:pt x="2124" y="6982"/>
                  </a:lnTo>
                  <a:lnTo>
                    <a:pt x="2124" y="0"/>
                  </a:lnTo>
                  <a:close/>
                </a:path>
              </a:pathLst>
            </a:custGeom>
            <a:gradFill>
              <a:gsLst>
                <a:gs pos="0">
                  <a:srgbClr val="007F6A"/>
                </a:gs>
                <a:gs pos="100000">
                  <a:srgbClr val="00362D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819468" y="1817852"/>
              <a:ext cx="47353" cy="125321"/>
            </a:xfrm>
            <a:custGeom>
              <a:avLst/>
              <a:gdLst/>
              <a:ahLst/>
              <a:cxnLst/>
              <a:rect l="l" t="t" r="r" b="b"/>
              <a:pathLst>
                <a:path w="399" h="1056" extrusionOk="0">
                  <a:moveTo>
                    <a:pt x="399" y="1"/>
                  </a:moveTo>
                  <a:lnTo>
                    <a:pt x="0" y="233"/>
                  </a:lnTo>
                  <a:lnTo>
                    <a:pt x="0" y="1055"/>
                  </a:lnTo>
                  <a:lnTo>
                    <a:pt x="399" y="823"/>
                  </a:lnTo>
                  <a:lnTo>
                    <a:pt x="399" y="1"/>
                  </a:lnTo>
                  <a:close/>
                </a:path>
              </a:pathLst>
            </a:custGeom>
            <a:gradFill>
              <a:gsLst>
                <a:gs pos="0">
                  <a:srgbClr val="99CDFE"/>
                </a:gs>
                <a:gs pos="100000">
                  <a:srgbClr val="00645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6754197" y="1855591"/>
              <a:ext cx="47947" cy="124609"/>
            </a:xfrm>
            <a:custGeom>
              <a:avLst/>
              <a:gdLst/>
              <a:ahLst/>
              <a:cxnLst/>
              <a:rect l="l" t="t" r="r" b="b"/>
              <a:pathLst>
                <a:path w="404" h="1050" extrusionOk="0">
                  <a:moveTo>
                    <a:pt x="404" y="1"/>
                  </a:moveTo>
                  <a:lnTo>
                    <a:pt x="0" y="233"/>
                  </a:lnTo>
                  <a:lnTo>
                    <a:pt x="0" y="1050"/>
                  </a:lnTo>
                  <a:lnTo>
                    <a:pt x="404" y="818"/>
                  </a:lnTo>
                  <a:lnTo>
                    <a:pt x="404" y="1"/>
                  </a:lnTo>
                  <a:close/>
                </a:path>
              </a:pathLst>
            </a:custGeom>
            <a:gradFill>
              <a:gsLst>
                <a:gs pos="0">
                  <a:srgbClr val="99CDFE"/>
                </a:gs>
                <a:gs pos="100000">
                  <a:srgbClr val="00645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886520" y="1780825"/>
              <a:ext cx="44980" cy="124609"/>
            </a:xfrm>
            <a:custGeom>
              <a:avLst/>
              <a:gdLst/>
              <a:ahLst/>
              <a:cxnLst/>
              <a:rect l="l" t="t" r="r" b="b"/>
              <a:pathLst>
                <a:path w="379" h="1050" extrusionOk="0">
                  <a:moveTo>
                    <a:pt x="378" y="0"/>
                  </a:moveTo>
                  <a:lnTo>
                    <a:pt x="0" y="232"/>
                  </a:lnTo>
                  <a:lnTo>
                    <a:pt x="0" y="1049"/>
                  </a:lnTo>
                  <a:lnTo>
                    <a:pt x="378" y="817"/>
                  </a:lnTo>
                  <a:lnTo>
                    <a:pt x="378" y="0"/>
                  </a:lnTo>
                  <a:close/>
                </a:path>
              </a:pathLst>
            </a:custGeom>
            <a:gradFill>
              <a:gsLst>
                <a:gs pos="0">
                  <a:srgbClr val="99CDFE"/>
                </a:gs>
                <a:gs pos="100000">
                  <a:srgbClr val="00645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6819468" y="1939969"/>
              <a:ext cx="47353" cy="122947"/>
            </a:xfrm>
            <a:custGeom>
              <a:avLst/>
              <a:gdLst/>
              <a:ahLst/>
              <a:cxnLst/>
              <a:rect l="l" t="t" r="r" b="b"/>
              <a:pathLst>
                <a:path w="399" h="1036" extrusionOk="0">
                  <a:moveTo>
                    <a:pt x="399" y="1"/>
                  </a:moveTo>
                  <a:lnTo>
                    <a:pt x="0" y="213"/>
                  </a:lnTo>
                  <a:lnTo>
                    <a:pt x="0" y="1035"/>
                  </a:lnTo>
                  <a:lnTo>
                    <a:pt x="399" y="823"/>
                  </a:lnTo>
                  <a:lnTo>
                    <a:pt x="399" y="1"/>
                  </a:lnTo>
                  <a:close/>
                </a:path>
              </a:pathLst>
            </a:custGeom>
            <a:gradFill>
              <a:gsLst>
                <a:gs pos="0">
                  <a:srgbClr val="99CDFE"/>
                </a:gs>
                <a:gs pos="100000">
                  <a:srgbClr val="00645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6754197" y="1977708"/>
              <a:ext cx="47947" cy="122235"/>
            </a:xfrm>
            <a:custGeom>
              <a:avLst/>
              <a:gdLst/>
              <a:ahLst/>
              <a:cxnLst/>
              <a:rect l="l" t="t" r="r" b="b"/>
              <a:pathLst>
                <a:path w="404" h="1030" extrusionOk="0">
                  <a:moveTo>
                    <a:pt x="404" y="1"/>
                  </a:moveTo>
                  <a:lnTo>
                    <a:pt x="0" y="233"/>
                  </a:lnTo>
                  <a:lnTo>
                    <a:pt x="0" y="1030"/>
                  </a:lnTo>
                  <a:lnTo>
                    <a:pt x="404" y="818"/>
                  </a:lnTo>
                  <a:lnTo>
                    <a:pt x="404" y="1"/>
                  </a:lnTo>
                  <a:close/>
                </a:path>
              </a:pathLst>
            </a:custGeom>
            <a:gradFill>
              <a:gsLst>
                <a:gs pos="0">
                  <a:srgbClr val="66B5FF"/>
                </a:gs>
                <a:gs pos="100000">
                  <a:srgbClr val="00645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6886520" y="1902942"/>
              <a:ext cx="44980" cy="122235"/>
            </a:xfrm>
            <a:custGeom>
              <a:avLst/>
              <a:gdLst/>
              <a:ahLst/>
              <a:cxnLst/>
              <a:rect l="l" t="t" r="r" b="b"/>
              <a:pathLst>
                <a:path w="379" h="1030" extrusionOk="0">
                  <a:moveTo>
                    <a:pt x="378" y="0"/>
                  </a:moveTo>
                  <a:lnTo>
                    <a:pt x="0" y="212"/>
                  </a:lnTo>
                  <a:lnTo>
                    <a:pt x="0" y="1029"/>
                  </a:lnTo>
                  <a:lnTo>
                    <a:pt x="378" y="797"/>
                  </a:lnTo>
                  <a:lnTo>
                    <a:pt x="378" y="0"/>
                  </a:lnTo>
                  <a:close/>
                </a:path>
              </a:pathLst>
            </a:custGeom>
            <a:gradFill>
              <a:gsLst>
                <a:gs pos="0">
                  <a:srgbClr val="99CDFE"/>
                </a:gs>
                <a:gs pos="100000">
                  <a:srgbClr val="00645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6819468" y="2059713"/>
              <a:ext cx="47353" cy="125321"/>
            </a:xfrm>
            <a:custGeom>
              <a:avLst/>
              <a:gdLst/>
              <a:ahLst/>
              <a:cxnLst/>
              <a:rect l="l" t="t" r="r" b="b"/>
              <a:pathLst>
                <a:path w="399" h="1056" extrusionOk="0">
                  <a:moveTo>
                    <a:pt x="399" y="1"/>
                  </a:moveTo>
                  <a:lnTo>
                    <a:pt x="0" y="233"/>
                  </a:lnTo>
                  <a:lnTo>
                    <a:pt x="0" y="1055"/>
                  </a:lnTo>
                  <a:lnTo>
                    <a:pt x="399" y="823"/>
                  </a:lnTo>
                  <a:lnTo>
                    <a:pt x="399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754197" y="2097452"/>
              <a:ext cx="47947" cy="124609"/>
            </a:xfrm>
            <a:custGeom>
              <a:avLst/>
              <a:gdLst/>
              <a:ahLst/>
              <a:cxnLst/>
              <a:rect l="l" t="t" r="r" b="b"/>
              <a:pathLst>
                <a:path w="404" h="1050" extrusionOk="0">
                  <a:moveTo>
                    <a:pt x="404" y="1"/>
                  </a:moveTo>
                  <a:lnTo>
                    <a:pt x="0" y="233"/>
                  </a:lnTo>
                  <a:lnTo>
                    <a:pt x="0" y="1050"/>
                  </a:lnTo>
                  <a:lnTo>
                    <a:pt x="404" y="818"/>
                  </a:lnTo>
                  <a:lnTo>
                    <a:pt x="404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886520" y="2022686"/>
              <a:ext cx="44980" cy="124609"/>
            </a:xfrm>
            <a:custGeom>
              <a:avLst/>
              <a:gdLst/>
              <a:ahLst/>
              <a:cxnLst/>
              <a:rect l="l" t="t" r="r" b="b"/>
              <a:pathLst>
                <a:path w="379" h="1050" extrusionOk="0">
                  <a:moveTo>
                    <a:pt x="378" y="0"/>
                  </a:moveTo>
                  <a:lnTo>
                    <a:pt x="0" y="232"/>
                  </a:lnTo>
                  <a:lnTo>
                    <a:pt x="0" y="1049"/>
                  </a:lnTo>
                  <a:lnTo>
                    <a:pt x="378" y="817"/>
                  </a:lnTo>
                  <a:lnTo>
                    <a:pt x="378" y="0"/>
                  </a:lnTo>
                  <a:close/>
                </a:path>
              </a:pathLst>
            </a:custGeom>
            <a:gradFill>
              <a:gsLst>
                <a:gs pos="0">
                  <a:srgbClr val="99CDFE"/>
                </a:gs>
                <a:gs pos="100000">
                  <a:srgbClr val="00645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819468" y="2182542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399" y="0"/>
                  </a:moveTo>
                  <a:lnTo>
                    <a:pt x="0" y="227"/>
                  </a:lnTo>
                  <a:lnTo>
                    <a:pt x="0" y="1049"/>
                  </a:lnTo>
                  <a:lnTo>
                    <a:pt x="399" y="817"/>
                  </a:lnTo>
                  <a:lnTo>
                    <a:pt x="399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754197" y="2219569"/>
              <a:ext cx="47947" cy="124727"/>
            </a:xfrm>
            <a:custGeom>
              <a:avLst/>
              <a:gdLst/>
              <a:ahLst/>
              <a:cxnLst/>
              <a:rect l="l" t="t" r="r" b="b"/>
              <a:pathLst>
                <a:path w="404" h="1051" extrusionOk="0">
                  <a:moveTo>
                    <a:pt x="404" y="1"/>
                  </a:moveTo>
                  <a:lnTo>
                    <a:pt x="0" y="233"/>
                  </a:lnTo>
                  <a:lnTo>
                    <a:pt x="0" y="1050"/>
                  </a:lnTo>
                  <a:lnTo>
                    <a:pt x="404" y="823"/>
                  </a:lnTo>
                  <a:lnTo>
                    <a:pt x="404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886520" y="2144804"/>
              <a:ext cx="44980" cy="122235"/>
            </a:xfrm>
            <a:custGeom>
              <a:avLst/>
              <a:gdLst/>
              <a:ahLst/>
              <a:cxnLst/>
              <a:rect l="l" t="t" r="r" b="b"/>
              <a:pathLst>
                <a:path w="379" h="1030" extrusionOk="0">
                  <a:moveTo>
                    <a:pt x="378" y="0"/>
                  </a:moveTo>
                  <a:lnTo>
                    <a:pt x="0" y="232"/>
                  </a:lnTo>
                  <a:lnTo>
                    <a:pt x="0" y="1029"/>
                  </a:lnTo>
                  <a:lnTo>
                    <a:pt x="378" y="822"/>
                  </a:lnTo>
                  <a:lnTo>
                    <a:pt x="378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819468" y="2302168"/>
              <a:ext cx="47353" cy="124727"/>
            </a:xfrm>
            <a:custGeom>
              <a:avLst/>
              <a:gdLst/>
              <a:ahLst/>
              <a:cxnLst/>
              <a:rect l="l" t="t" r="r" b="b"/>
              <a:pathLst>
                <a:path w="399" h="1051" extrusionOk="0">
                  <a:moveTo>
                    <a:pt x="399" y="1"/>
                  </a:moveTo>
                  <a:lnTo>
                    <a:pt x="0" y="228"/>
                  </a:lnTo>
                  <a:lnTo>
                    <a:pt x="0" y="1050"/>
                  </a:lnTo>
                  <a:lnTo>
                    <a:pt x="399" y="818"/>
                  </a:lnTo>
                  <a:lnTo>
                    <a:pt x="399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6754197" y="2341687"/>
              <a:ext cx="47947" cy="122235"/>
            </a:xfrm>
            <a:custGeom>
              <a:avLst/>
              <a:gdLst/>
              <a:ahLst/>
              <a:cxnLst/>
              <a:rect l="l" t="t" r="r" b="b"/>
              <a:pathLst>
                <a:path w="404" h="1030" extrusionOk="0">
                  <a:moveTo>
                    <a:pt x="404" y="1"/>
                  </a:moveTo>
                  <a:lnTo>
                    <a:pt x="0" y="213"/>
                  </a:lnTo>
                  <a:lnTo>
                    <a:pt x="0" y="1030"/>
                  </a:lnTo>
                  <a:lnTo>
                    <a:pt x="404" y="803"/>
                  </a:lnTo>
                  <a:lnTo>
                    <a:pt x="404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6886520" y="2264547"/>
              <a:ext cx="44980" cy="124609"/>
            </a:xfrm>
            <a:custGeom>
              <a:avLst/>
              <a:gdLst/>
              <a:ahLst/>
              <a:cxnLst/>
              <a:rect l="l" t="t" r="r" b="b"/>
              <a:pathLst>
                <a:path w="379" h="1050" extrusionOk="0">
                  <a:moveTo>
                    <a:pt x="378" y="0"/>
                  </a:moveTo>
                  <a:lnTo>
                    <a:pt x="0" y="232"/>
                  </a:lnTo>
                  <a:lnTo>
                    <a:pt x="0" y="1049"/>
                  </a:lnTo>
                  <a:lnTo>
                    <a:pt x="378" y="822"/>
                  </a:lnTo>
                  <a:lnTo>
                    <a:pt x="378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6819468" y="2424285"/>
              <a:ext cx="47353" cy="124727"/>
            </a:xfrm>
            <a:custGeom>
              <a:avLst/>
              <a:gdLst/>
              <a:ahLst/>
              <a:cxnLst/>
              <a:rect l="l" t="t" r="r" b="b"/>
              <a:pathLst>
                <a:path w="399" h="1051" extrusionOk="0">
                  <a:moveTo>
                    <a:pt x="399" y="1"/>
                  </a:moveTo>
                  <a:lnTo>
                    <a:pt x="0" y="233"/>
                  </a:lnTo>
                  <a:lnTo>
                    <a:pt x="0" y="1050"/>
                  </a:lnTo>
                  <a:lnTo>
                    <a:pt x="399" y="818"/>
                  </a:lnTo>
                  <a:lnTo>
                    <a:pt x="399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6754197" y="2461430"/>
              <a:ext cx="47947" cy="125321"/>
            </a:xfrm>
            <a:custGeom>
              <a:avLst/>
              <a:gdLst/>
              <a:ahLst/>
              <a:cxnLst/>
              <a:rect l="l" t="t" r="r" b="b"/>
              <a:pathLst>
                <a:path w="404" h="1056" extrusionOk="0">
                  <a:moveTo>
                    <a:pt x="404" y="1"/>
                  </a:moveTo>
                  <a:lnTo>
                    <a:pt x="0" y="233"/>
                  </a:lnTo>
                  <a:lnTo>
                    <a:pt x="0" y="1055"/>
                  </a:lnTo>
                  <a:lnTo>
                    <a:pt x="404" y="823"/>
                  </a:lnTo>
                  <a:lnTo>
                    <a:pt x="404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6886520" y="2386665"/>
              <a:ext cx="44980" cy="125202"/>
            </a:xfrm>
            <a:custGeom>
              <a:avLst/>
              <a:gdLst/>
              <a:ahLst/>
              <a:cxnLst/>
              <a:rect l="l" t="t" r="r" b="b"/>
              <a:pathLst>
                <a:path w="379" h="1055" extrusionOk="0">
                  <a:moveTo>
                    <a:pt x="378" y="0"/>
                  </a:moveTo>
                  <a:lnTo>
                    <a:pt x="0" y="232"/>
                  </a:lnTo>
                  <a:lnTo>
                    <a:pt x="0" y="1054"/>
                  </a:lnTo>
                  <a:lnTo>
                    <a:pt x="378" y="822"/>
                  </a:lnTo>
                  <a:lnTo>
                    <a:pt x="378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6302753" y="1606015"/>
              <a:ext cx="414431" cy="1067482"/>
            </a:xfrm>
            <a:custGeom>
              <a:avLst/>
              <a:gdLst/>
              <a:ahLst/>
              <a:cxnLst/>
              <a:rect l="l" t="t" r="r" b="b"/>
              <a:pathLst>
                <a:path w="3492" h="8995" extrusionOk="0">
                  <a:moveTo>
                    <a:pt x="1" y="0"/>
                  </a:moveTo>
                  <a:lnTo>
                    <a:pt x="1" y="6977"/>
                  </a:lnTo>
                  <a:lnTo>
                    <a:pt x="3491" y="8994"/>
                  </a:lnTo>
                  <a:lnTo>
                    <a:pt x="3491" y="201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00EEC6"/>
                </a:gs>
                <a:gs pos="100000">
                  <a:srgbClr val="00362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6552447" y="1808358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0" y="0"/>
                  </a:moveTo>
                  <a:lnTo>
                    <a:pt x="0" y="817"/>
                  </a:lnTo>
                  <a:lnTo>
                    <a:pt x="399" y="1049"/>
                  </a:lnTo>
                  <a:lnTo>
                    <a:pt x="399" y="22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6487769" y="1770619"/>
              <a:ext cx="44980" cy="124609"/>
            </a:xfrm>
            <a:custGeom>
              <a:avLst/>
              <a:gdLst/>
              <a:ahLst/>
              <a:cxnLst/>
              <a:rect l="l" t="t" r="r" b="b"/>
              <a:pathLst>
                <a:path w="379" h="1050" extrusionOk="0">
                  <a:moveTo>
                    <a:pt x="0" y="0"/>
                  </a:moveTo>
                  <a:lnTo>
                    <a:pt x="0" y="823"/>
                  </a:lnTo>
                  <a:lnTo>
                    <a:pt x="379" y="1050"/>
                  </a:lnTo>
                  <a:lnTo>
                    <a:pt x="379" y="23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6617126" y="1845385"/>
              <a:ext cx="47353" cy="124727"/>
            </a:xfrm>
            <a:custGeom>
              <a:avLst/>
              <a:gdLst/>
              <a:ahLst/>
              <a:cxnLst/>
              <a:rect l="l" t="t" r="r" b="b"/>
              <a:pathLst>
                <a:path w="399" h="1051" extrusionOk="0">
                  <a:moveTo>
                    <a:pt x="0" y="1"/>
                  </a:moveTo>
                  <a:lnTo>
                    <a:pt x="0" y="823"/>
                  </a:lnTo>
                  <a:lnTo>
                    <a:pt x="399" y="1050"/>
                  </a:lnTo>
                  <a:lnTo>
                    <a:pt x="399" y="233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6552447" y="1930475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0" y="0"/>
                  </a:moveTo>
                  <a:lnTo>
                    <a:pt x="0" y="817"/>
                  </a:lnTo>
                  <a:lnTo>
                    <a:pt x="399" y="1050"/>
                  </a:lnTo>
                  <a:lnTo>
                    <a:pt x="399" y="23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6487769" y="1892736"/>
              <a:ext cx="44980" cy="125202"/>
            </a:xfrm>
            <a:custGeom>
              <a:avLst/>
              <a:gdLst/>
              <a:ahLst/>
              <a:cxnLst/>
              <a:rect l="l" t="t" r="r" b="b"/>
              <a:pathLst>
                <a:path w="379" h="1055" extrusionOk="0">
                  <a:moveTo>
                    <a:pt x="0" y="0"/>
                  </a:moveTo>
                  <a:lnTo>
                    <a:pt x="0" y="823"/>
                  </a:lnTo>
                  <a:lnTo>
                    <a:pt x="379" y="1055"/>
                  </a:lnTo>
                  <a:lnTo>
                    <a:pt x="379" y="23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6617126" y="1967621"/>
              <a:ext cx="47353" cy="125202"/>
            </a:xfrm>
            <a:custGeom>
              <a:avLst/>
              <a:gdLst/>
              <a:ahLst/>
              <a:cxnLst/>
              <a:rect l="l" t="t" r="r" b="b"/>
              <a:pathLst>
                <a:path w="399" h="1055" extrusionOk="0">
                  <a:moveTo>
                    <a:pt x="0" y="0"/>
                  </a:moveTo>
                  <a:lnTo>
                    <a:pt x="0" y="822"/>
                  </a:lnTo>
                  <a:lnTo>
                    <a:pt x="399" y="1054"/>
                  </a:lnTo>
                  <a:lnTo>
                    <a:pt x="399" y="23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6552447" y="2052592"/>
              <a:ext cx="47353" cy="122235"/>
            </a:xfrm>
            <a:custGeom>
              <a:avLst/>
              <a:gdLst/>
              <a:ahLst/>
              <a:cxnLst/>
              <a:rect l="l" t="t" r="r" b="b"/>
              <a:pathLst>
                <a:path w="399" h="1030" extrusionOk="0">
                  <a:moveTo>
                    <a:pt x="0" y="0"/>
                  </a:moveTo>
                  <a:lnTo>
                    <a:pt x="0" y="797"/>
                  </a:lnTo>
                  <a:lnTo>
                    <a:pt x="399" y="1029"/>
                  </a:lnTo>
                  <a:lnTo>
                    <a:pt x="399" y="21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6487769" y="2012480"/>
              <a:ext cx="44980" cy="125202"/>
            </a:xfrm>
            <a:custGeom>
              <a:avLst/>
              <a:gdLst/>
              <a:ahLst/>
              <a:cxnLst/>
              <a:rect l="l" t="t" r="r" b="b"/>
              <a:pathLst>
                <a:path w="379" h="1055" extrusionOk="0">
                  <a:moveTo>
                    <a:pt x="0" y="0"/>
                  </a:moveTo>
                  <a:lnTo>
                    <a:pt x="0" y="823"/>
                  </a:lnTo>
                  <a:lnTo>
                    <a:pt x="379" y="1055"/>
                  </a:lnTo>
                  <a:lnTo>
                    <a:pt x="379" y="23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6617126" y="2089738"/>
              <a:ext cx="47353" cy="122829"/>
            </a:xfrm>
            <a:custGeom>
              <a:avLst/>
              <a:gdLst/>
              <a:ahLst/>
              <a:cxnLst/>
              <a:rect l="l" t="t" r="r" b="b"/>
              <a:pathLst>
                <a:path w="399" h="1035" extrusionOk="0">
                  <a:moveTo>
                    <a:pt x="0" y="0"/>
                  </a:moveTo>
                  <a:lnTo>
                    <a:pt x="0" y="822"/>
                  </a:lnTo>
                  <a:lnTo>
                    <a:pt x="399" y="1034"/>
                  </a:lnTo>
                  <a:lnTo>
                    <a:pt x="399" y="21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6552447" y="2172336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0" y="0"/>
                  </a:moveTo>
                  <a:lnTo>
                    <a:pt x="0" y="817"/>
                  </a:lnTo>
                  <a:lnTo>
                    <a:pt x="399" y="1050"/>
                  </a:lnTo>
                  <a:lnTo>
                    <a:pt x="399" y="23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6487769" y="2134597"/>
              <a:ext cx="44980" cy="125202"/>
            </a:xfrm>
            <a:custGeom>
              <a:avLst/>
              <a:gdLst/>
              <a:ahLst/>
              <a:cxnLst/>
              <a:rect l="l" t="t" r="r" b="b"/>
              <a:pathLst>
                <a:path w="379" h="1055" extrusionOk="0">
                  <a:moveTo>
                    <a:pt x="0" y="0"/>
                  </a:moveTo>
                  <a:lnTo>
                    <a:pt x="0" y="823"/>
                  </a:lnTo>
                  <a:lnTo>
                    <a:pt x="379" y="1055"/>
                  </a:lnTo>
                  <a:lnTo>
                    <a:pt x="379" y="23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6617126" y="2209482"/>
              <a:ext cx="47353" cy="125202"/>
            </a:xfrm>
            <a:custGeom>
              <a:avLst/>
              <a:gdLst/>
              <a:ahLst/>
              <a:cxnLst/>
              <a:rect l="l" t="t" r="r" b="b"/>
              <a:pathLst>
                <a:path w="399" h="1055" extrusionOk="0">
                  <a:moveTo>
                    <a:pt x="0" y="0"/>
                  </a:moveTo>
                  <a:lnTo>
                    <a:pt x="0" y="822"/>
                  </a:lnTo>
                  <a:lnTo>
                    <a:pt x="399" y="1054"/>
                  </a:lnTo>
                  <a:lnTo>
                    <a:pt x="399" y="23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6552447" y="2294454"/>
              <a:ext cx="47353" cy="122235"/>
            </a:xfrm>
            <a:custGeom>
              <a:avLst/>
              <a:gdLst/>
              <a:ahLst/>
              <a:cxnLst/>
              <a:rect l="l" t="t" r="r" b="b"/>
              <a:pathLst>
                <a:path w="399" h="1030" extrusionOk="0">
                  <a:moveTo>
                    <a:pt x="0" y="0"/>
                  </a:moveTo>
                  <a:lnTo>
                    <a:pt x="0" y="823"/>
                  </a:lnTo>
                  <a:lnTo>
                    <a:pt x="399" y="1029"/>
                  </a:lnTo>
                  <a:lnTo>
                    <a:pt x="399" y="23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6487769" y="2257308"/>
              <a:ext cx="44980" cy="122235"/>
            </a:xfrm>
            <a:custGeom>
              <a:avLst/>
              <a:gdLst/>
              <a:ahLst/>
              <a:cxnLst/>
              <a:rect l="l" t="t" r="r" b="b"/>
              <a:pathLst>
                <a:path w="379" h="1030" extrusionOk="0">
                  <a:moveTo>
                    <a:pt x="0" y="1"/>
                  </a:moveTo>
                  <a:lnTo>
                    <a:pt x="0" y="798"/>
                  </a:lnTo>
                  <a:lnTo>
                    <a:pt x="379" y="1030"/>
                  </a:lnTo>
                  <a:lnTo>
                    <a:pt x="379" y="207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6617126" y="2332193"/>
              <a:ext cx="47353" cy="122235"/>
            </a:xfrm>
            <a:custGeom>
              <a:avLst/>
              <a:gdLst/>
              <a:ahLst/>
              <a:cxnLst/>
              <a:rect l="l" t="t" r="r" b="b"/>
              <a:pathLst>
                <a:path w="399" h="1030" extrusionOk="0">
                  <a:moveTo>
                    <a:pt x="0" y="0"/>
                  </a:moveTo>
                  <a:lnTo>
                    <a:pt x="0" y="817"/>
                  </a:lnTo>
                  <a:lnTo>
                    <a:pt x="399" y="1029"/>
                  </a:lnTo>
                  <a:lnTo>
                    <a:pt x="399" y="22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6552447" y="2414198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0" y="0"/>
                  </a:moveTo>
                  <a:lnTo>
                    <a:pt x="0" y="822"/>
                  </a:lnTo>
                  <a:lnTo>
                    <a:pt x="399" y="1049"/>
                  </a:lnTo>
                  <a:lnTo>
                    <a:pt x="399" y="23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6487769" y="2377052"/>
              <a:ext cx="44980" cy="124609"/>
            </a:xfrm>
            <a:custGeom>
              <a:avLst/>
              <a:gdLst/>
              <a:ahLst/>
              <a:cxnLst/>
              <a:rect l="l" t="t" r="r" b="b"/>
              <a:pathLst>
                <a:path w="379" h="1050" extrusionOk="0">
                  <a:moveTo>
                    <a:pt x="0" y="0"/>
                  </a:moveTo>
                  <a:lnTo>
                    <a:pt x="0" y="818"/>
                  </a:lnTo>
                  <a:lnTo>
                    <a:pt x="379" y="1050"/>
                  </a:lnTo>
                  <a:lnTo>
                    <a:pt x="379" y="22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6617126" y="2451936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0" y="0"/>
                  </a:moveTo>
                  <a:lnTo>
                    <a:pt x="0" y="817"/>
                  </a:lnTo>
                  <a:lnTo>
                    <a:pt x="399" y="1049"/>
                  </a:lnTo>
                  <a:lnTo>
                    <a:pt x="399" y="22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6420123" y="1733473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0" y="1"/>
                  </a:moveTo>
                  <a:lnTo>
                    <a:pt x="0" y="818"/>
                  </a:lnTo>
                  <a:lnTo>
                    <a:pt x="399" y="1050"/>
                  </a:lnTo>
                  <a:lnTo>
                    <a:pt x="399" y="22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6355445" y="1695734"/>
              <a:ext cx="47472" cy="124727"/>
            </a:xfrm>
            <a:custGeom>
              <a:avLst/>
              <a:gdLst/>
              <a:ahLst/>
              <a:cxnLst/>
              <a:rect l="l" t="t" r="r" b="b"/>
              <a:pathLst>
                <a:path w="400" h="1051" extrusionOk="0">
                  <a:moveTo>
                    <a:pt x="1" y="1"/>
                  </a:moveTo>
                  <a:lnTo>
                    <a:pt x="1" y="823"/>
                  </a:lnTo>
                  <a:lnTo>
                    <a:pt x="399" y="1050"/>
                  </a:lnTo>
                  <a:lnTo>
                    <a:pt x="399" y="233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6420123" y="1855591"/>
              <a:ext cx="47353" cy="122235"/>
            </a:xfrm>
            <a:custGeom>
              <a:avLst/>
              <a:gdLst/>
              <a:ahLst/>
              <a:cxnLst/>
              <a:rect l="l" t="t" r="r" b="b"/>
              <a:pathLst>
                <a:path w="399" h="1030" extrusionOk="0">
                  <a:moveTo>
                    <a:pt x="0" y="1"/>
                  </a:moveTo>
                  <a:lnTo>
                    <a:pt x="0" y="818"/>
                  </a:lnTo>
                  <a:lnTo>
                    <a:pt x="399" y="1030"/>
                  </a:lnTo>
                  <a:lnTo>
                    <a:pt x="399" y="233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6355445" y="1817852"/>
              <a:ext cx="47472" cy="122235"/>
            </a:xfrm>
            <a:custGeom>
              <a:avLst/>
              <a:gdLst/>
              <a:ahLst/>
              <a:cxnLst/>
              <a:rect l="l" t="t" r="r" b="b"/>
              <a:pathLst>
                <a:path w="400" h="1030" extrusionOk="0">
                  <a:moveTo>
                    <a:pt x="1" y="1"/>
                  </a:moveTo>
                  <a:lnTo>
                    <a:pt x="1" y="803"/>
                  </a:lnTo>
                  <a:lnTo>
                    <a:pt x="399" y="1030"/>
                  </a:lnTo>
                  <a:lnTo>
                    <a:pt x="399" y="213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6420123" y="1975334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0" y="1"/>
                  </a:moveTo>
                  <a:lnTo>
                    <a:pt x="0" y="818"/>
                  </a:lnTo>
                  <a:lnTo>
                    <a:pt x="399" y="1050"/>
                  </a:lnTo>
                  <a:lnTo>
                    <a:pt x="399" y="233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6355445" y="1937596"/>
              <a:ext cx="47472" cy="125321"/>
            </a:xfrm>
            <a:custGeom>
              <a:avLst/>
              <a:gdLst/>
              <a:ahLst/>
              <a:cxnLst/>
              <a:rect l="l" t="t" r="r" b="b"/>
              <a:pathLst>
                <a:path w="400" h="1056" extrusionOk="0">
                  <a:moveTo>
                    <a:pt x="1" y="1"/>
                  </a:moveTo>
                  <a:lnTo>
                    <a:pt x="1" y="823"/>
                  </a:lnTo>
                  <a:lnTo>
                    <a:pt x="399" y="1055"/>
                  </a:lnTo>
                  <a:lnTo>
                    <a:pt x="399" y="233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6420123" y="2097452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0" y="1"/>
                  </a:moveTo>
                  <a:lnTo>
                    <a:pt x="0" y="818"/>
                  </a:lnTo>
                  <a:lnTo>
                    <a:pt x="399" y="1050"/>
                  </a:lnTo>
                  <a:lnTo>
                    <a:pt x="399" y="233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6355445" y="2059713"/>
              <a:ext cx="47472" cy="122947"/>
            </a:xfrm>
            <a:custGeom>
              <a:avLst/>
              <a:gdLst/>
              <a:ahLst/>
              <a:cxnLst/>
              <a:rect l="l" t="t" r="r" b="b"/>
              <a:pathLst>
                <a:path w="400" h="1036" extrusionOk="0">
                  <a:moveTo>
                    <a:pt x="1" y="1"/>
                  </a:moveTo>
                  <a:lnTo>
                    <a:pt x="1" y="823"/>
                  </a:lnTo>
                  <a:lnTo>
                    <a:pt x="399" y="1035"/>
                  </a:lnTo>
                  <a:lnTo>
                    <a:pt x="399" y="233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6420123" y="2217196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0" y="1"/>
                  </a:moveTo>
                  <a:lnTo>
                    <a:pt x="0" y="818"/>
                  </a:lnTo>
                  <a:lnTo>
                    <a:pt x="399" y="1050"/>
                  </a:lnTo>
                  <a:lnTo>
                    <a:pt x="399" y="233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6355445" y="2179457"/>
              <a:ext cx="47472" cy="125321"/>
            </a:xfrm>
            <a:custGeom>
              <a:avLst/>
              <a:gdLst/>
              <a:ahLst/>
              <a:cxnLst/>
              <a:rect l="l" t="t" r="r" b="b"/>
              <a:pathLst>
                <a:path w="400" h="1056" extrusionOk="0">
                  <a:moveTo>
                    <a:pt x="1" y="1"/>
                  </a:moveTo>
                  <a:lnTo>
                    <a:pt x="1" y="823"/>
                  </a:lnTo>
                  <a:lnTo>
                    <a:pt x="399" y="1055"/>
                  </a:lnTo>
                  <a:lnTo>
                    <a:pt x="399" y="233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6420123" y="2339313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0" y="1"/>
                  </a:moveTo>
                  <a:lnTo>
                    <a:pt x="0" y="823"/>
                  </a:lnTo>
                  <a:lnTo>
                    <a:pt x="399" y="1050"/>
                  </a:lnTo>
                  <a:lnTo>
                    <a:pt x="399" y="233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6355445" y="2302168"/>
              <a:ext cx="47472" cy="124727"/>
            </a:xfrm>
            <a:custGeom>
              <a:avLst/>
              <a:gdLst/>
              <a:ahLst/>
              <a:cxnLst/>
              <a:rect l="l" t="t" r="r" b="b"/>
              <a:pathLst>
                <a:path w="400" h="1051" extrusionOk="0">
                  <a:moveTo>
                    <a:pt x="1" y="1"/>
                  </a:moveTo>
                  <a:lnTo>
                    <a:pt x="1" y="818"/>
                  </a:lnTo>
                  <a:lnTo>
                    <a:pt x="399" y="1050"/>
                  </a:lnTo>
                  <a:lnTo>
                    <a:pt x="399" y="22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50000">
                  <a:srgbClr val="CCFFF6"/>
                </a:gs>
                <a:gs pos="100000">
                  <a:srgbClr val="99CDF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6302753" y="1461112"/>
              <a:ext cx="666507" cy="384388"/>
            </a:xfrm>
            <a:custGeom>
              <a:avLst/>
              <a:gdLst/>
              <a:ahLst/>
              <a:cxnLst/>
              <a:rect l="l" t="t" r="r" b="b"/>
              <a:pathLst>
                <a:path w="5616" h="3239" extrusionOk="0">
                  <a:moveTo>
                    <a:pt x="2124" y="0"/>
                  </a:moveTo>
                  <a:lnTo>
                    <a:pt x="1" y="1221"/>
                  </a:lnTo>
                  <a:lnTo>
                    <a:pt x="3491" y="3239"/>
                  </a:lnTo>
                  <a:lnTo>
                    <a:pt x="5615" y="2018"/>
                  </a:lnTo>
                  <a:lnTo>
                    <a:pt x="2124" y="0"/>
                  </a:lnTo>
                  <a:close/>
                </a:path>
              </a:pathLst>
            </a:custGeom>
            <a:gradFill>
              <a:gsLst>
                <a:gs pos="0">
                  <a:srgbClr val="66FFE4"/>
                </a:gs>
                <a:gs pos="100000">
                  <a:srgbClr val="00746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6387844" y="1580856"/>
              <a:ext cx="129955" cy="74884"/>
            </a:xfrm>
            <a:custGeom>
              <a:avLst/>
              <a:gdLst/>
              <a:ahLst/>
              <a:cxnLst/>
              <a:rect l="l" t="t" r="r" b="b"/>
              <a:pathLst>
                <a:path w="1095" h="631" extrusionOk="0">
                  <a:moveTo>
                    <a:pt x="378" y="0"/>
                  </a:moveTo>
                  <a:lnTo>
                    <a:pt x="0" y="232"/>
                  </a:lnTo>
                  <a:lnTo>
                    <a:pt x="716" y="631"/>
                  </a:lnTo>
                  <a:lnTo>
                    <a:pt x="1095" y="424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CCFFF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6709218" y="1646128"/>
              <a:ext cx="162354" cy="92329"/>
            </a:xfrm>
            <a:custGeom>
              <a:avLst/>
              <a:gdLst/>
              <a:ahLst/>
              <a:cxnLst/>
              <a:rect l="l" t="t" r="r" b="b"/>
              <a:pathLst>
                <a:path w="1368" h="778" extrusionOk="0">
                  <a:moveTo>
                    <a:pt x="677" y="0"/>
                  </a:moveTo>
                  <a:lnTo>
                    <a:pt x="1" y="378"/>
                  </a:lnTo>
                  <a:lnTo>
                    <a:pt x="697" y="777"/>
                  </a:lnTo>
                  <a:lnTo>
                    <a:pt x="1368" y="399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rgbClr val="66FFE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6301755" y="713506"/>
              <a:ext cx="668880" cy="1135245"/>
            </a:xfrm>
            <a:custGeom>
              <a:avLst/>
              <a:gdLst/>
              <a:ahLst/>
              <a:cxnLst/>
              <a:rect l="l" t="t" r="r" b="b"/>
              <a:pathLst>
                <a:path w="5636" h="9566" extrusionOk="0">
                  <a:moveTo>
                    <a:pt x="2124" y="1"/>
                  </a:moveTo>
                  <a:lnTo>
                    <a:pt x="0" y="1222"/>
                  </a:lnTo>
                  <a:lnTo>
                    <a:pt x="0" y="7547"/>
                  </a:lnTo>
                  <a:lnTo>
                    <a:pt x="3511" y="9565"/>
                  </a:lnTo>
                  <a:lnTo>
                    <a:pt x="5635" y="8324"/>
                  </a:lnTo>
                  <a:lnTo>
                    <a:pt x="5635" y="2019"/>
                  </a:lnTo>
                  <a:lnTo>
                    <a:pt x="2124" y="1"/>
                  </a:lnTo>
                  <a:close/>
                </a:path>
              </a:pathLst>
            </a:custGeom>
            <a:gradFill>
              <a:gsLst>
                <a:gs pos="0">
                  <a:srgbClr val="4CEEFD">
                    <a:alpha val="35686"/>
                  </a:srgbClr>
                </a:gs>
                <a:gs pos="34000">
                  <a:srgbClr val="4CEEFD">
                    <a:alpha val="35686"/>
                  </a:srgbClr>
                </a:gs>
                <a:gs pos="100000">
                  <a:srgbClr val="4CEEFD">
                    <a:alpha val="35686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1"/>
          <p:cNvGrpSpPr/>
          <p:nvPr/>
        </p:nvGrpSpPr>
        <p:grpSpPr>
          <a:xfrm>
            <a:off x="8044417" y="3614405"/>
            <a:ext cx="1187097" cy="1745948"/>
            <a:chOff x="6221345" y="2313221"/>
            <a:chExt cx="890323" cy="1309461"/>
          </a:xfrm>
        </p:grpSpPr>
        <p:sp>
          <p:nvSpPr>
            <p:cNvPr id="120" name="Google Shape;120;p1"/>
            <p:cNvSpPr/>
            <p:nvPr/>
          </p:nvSpPr>
          <p:spPr>
            <a:xfrm>
              <a:off x="6221345" y="2313221"/>
              <a:ext cx="446712" cy="309030"/>
            </a:xfrm>
            <a:custGeom>
              <a:avLst/>
              <a:gdLst/>
              <a:ahLst/>
              <a:cxnLst/>
              <a:rect l="l" t="t" r="r" b="b"/>
              <a:pathLst>
                <a:path w="3764" h="2604" extrusionOk="0">
                  <a:moveTo>
                    <a:pt x="3763" y="1"/>
                  </a:moveTo>
                  <a:lnTo>
                    <a:pt x="0" y="2165"/>
                  </a:lnTo>
                  <a:lnTo>
                    <a:pt x="0" y="2604"/>
                  </a:lnTo>
                  <a:lnTo>
                    <a:pt x="3763" y="440"/>
                  </a:lnTo>
                  <a:lnTo>
                    <a:pt x="3763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6221345" y="2430591"/>
              <a:ext cx="446712" cy="309030"/>
            </a:xfrm>
            <a:custGeom>
              <a:avLst/>
              <a:gdLst/>
              <a:ahLst/>
              <a:cxnLst/>
              <a:rect l="l" t="t" r="r" b="b"/>
              <a:pathLst>
                <a:path w="3764" h="2604" extrusionOk="0">
                  <a:moveTo>
                    <a:pt x="3763" y="1"/>
                  </a:moveTo>
                  <a:lnTo>
                    <a:pt x="0" y="2165"/>
                  </a:lnTo>
                  <a:lnTo>
                    <a:pt x="0" y="2604"/>
                  </a:lnTo>
                  <a:lnTo>
                    <a:pt x="3763" y="439"/>
                  </a:lnTo>
                  <a:lnTo>
                    <a:pt x="3763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6221345" y="2547368"/>
              <a:ext cx="446712" cy="309623"/>
            </a:xfrm>
            <a:custGeom>
              <a:avLst/>
              <a:gdLst/>
              <a:ahLst/>
              <a:cxnLst/>
              <a:rect l="l" t="t" r="r" b="b"/>
              <a:pathLst>
                <a:path w="3764" h="2609" extrusionOk="0">
                  <a:moveTo>
                    <a:pt x="3763" y="0"/>
                  </a:moveTo>
                  <a:lnTo>
                    <a:pt x="0" y="2169"/>
                  </a:lnTo>
                  <a:lnTo>
                    <a:pt x="0" y="2608"/>
                  </a:lnTo>
                  <a:lnTo>
                    <a:pt x="3763" y="444"/>
                  </a:lnTo>
                  <a:lnTo>
                    <a:pt x="3763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6221345" y="2664620"/>
              <a:ext cx="446712" cy="309623"/>
            </a:xfrm>
            <a:custGeom>
              <a:avLst/>
              <a:gdLst/>
              <a:ahLst/>
              <a:cxnLst/>
              <a:rect l="l" t="t" r="r" b="b"/>
              <a:pathLst>
                <a:path w="3764" h="2609" extrusionOk="0">
                  <a:moveTo>
                    <a:pt x="3763" y="1"/>
                  </a:moveTo>
                  <a:lnTo>
                    <a:pt x="0" y="2165"/>
                  </a:lnTo>
                  <a:lnTo>
                    <a:pt x="0" y="2609"/>
                  </a:lnTo>
                  <a:lnTo>
                    <a:pt x="3763" y="445"/>
                  </a:lnTo>
                  <a:lnTo>
                    <a:pt x="3763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6221345" y="2781990"/>
              <a:ext cx="446712" cy="309623"/>
            </a:xfrm>
            <a:custGeom>
              <a:avLst/>
              <a:gdLst/>
              <a:ahLst/>
              <a:cxnLst/>
              <a:rect l="l" t="t" r="r" b="b"/>
              <a:pathLst>
                <a:path w="3764" h="2609" extrusionOk="0">
                  <a:moveTo>
                    <a:pt x="3763" y="1"/>
                  </a:moveTo>
                  <a:lnTo>
                    <a:pt x="0" y="2165"/>
                  </a:lnTo>
                  <a:lnTo>
                    <a:pt x="0" y="2609"/>
                  </a:lnTo>
                  <a:lnTo>
                    <a:pt x="3763" y="419"/>
                  </a:lnTo>
                  <a:lnTo>
                    <a:pt x="3763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6221345" y="2899360"/>
              <a:ext cx="446712" cy="306656"/>
            </a:xfrm>
            <a:custGeom>
              <a:avLst/>
              <a:gdLst/>
              <a:ahLst/>
              <a:cxnLst/>
              <a:rect l="l" t="t" r="r" b="b"/>
              <a:pathLst>
                <a:path w="3764" h="2584" extrusionOk="0">
                  <a:moveTo>
                    <a:pt x="3763" y="0"/>
                  </a:moveTo>
                  <a:lnTo>
                    <a:pt x="0" y="2164"/>
                  </a:lnTo>
                  <a:lnTo>
                    <a:pt x="0" y="2583"/>
                  </a:lnTo>
                  <a:lnTo>
                    <a:pt x="3763" y="419"/>
                  </a:lnTo>
                  <a:lnTo>
                    <a:pt x="3763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6221345" y="3016731"/>
              <a:ext cx="446712" cy="306538"/>
            </a:xfrm>
            <a:custGeom>
              <a:avLst/>
              <a:gdLst/>
              <a:ahLst/>
              <a:cxnLst/>
              <a:rect l="l" t="t" r="r" b="b"/>
              <a:pathLst>
                <a:path w="3764" h="2583" extrusionOk="0">
                  <a:moveTo>
                    <a:pt x="3763" y="0"/>
                  </a:moveTo>
                  <a:lnTo>
                    <a:pt x="0" y="2164"/>
                  </a:lnTo>
                  <a:lnTo>
                    <a:pt x="0" y="2583"/>
                  </a:lnTo>
                  <a:lnTo>
                    <a:pt x="3763" y="419"/>
                  </a:lnTo>
                  <a:lnTo>
                    <a:pt x="3763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6251251" y="2555082"/>
              <a:ext cx="416804" cy="1067600"/>
            </a:xfrm>
            <a:custGeom>
              <a:avLst/>
              <a:gdLst/>
              <a:ahLst/>
              <a:cxnLst/>
              <a:rect l="l" t="t" r="r" b="b"/>
              <a:pathLst>
                <a:path w="3512" h="8996" extrusionOk="0">
                  <a:moveTo>
                    <a:pt x="0" y="1"/>
                  </a:moveTo>
                  <a:lnTo>
                    <a:pt x="0" y="6977"/>
                  </a:lnTo>
                  <a:lnTo>
                    <a:pt x="3511" y="8995"/>
                  </a:lnTo>
                  <a:lnTo>
                    <a:pt x="3511" y="20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6FFE4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6221345" y="2570035"/>
              <a:ext cx="446712" cy="309623"/>
            </a:xfrm>
            <a:custGeom>
              <a:avLst/>
              <a:gdLst/>
              <a:ahLst/>
              <a:cxnLst/>
              <a:rect l="l" t="t" r="r" b="b"/>
              <a:pathLst>
                <a:path w="3764" h="2609" extrusionOk="0">
                  <a:moveTo>
                    <a:pt x="0" y="1"/>
                  </a:moveTo>
                  <a:lnTo>
                    <a:pt x="0" y="440"/>
                  </a:lnTo>
                  <a:lnTo>
                    <a:pt x="3763" y="2609"/>
                  </a:lnTo>
                  <a:lnTo>
                    <a:pt x="3763" y="216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007F6A"/>
                </a:gs>
                <a:gs pos="55000">
                  <a:srgbClr val="99CDFE"/>
                </a:gs>
                <a:gs pos="100000">
                  <a:srgbClr val="CCE6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6221345" y="2687405"/>
              <a:ext cx="446712" cy="309030"/>
            </a:xfrm>
            <a:custGeom>
              <a:avLst/>
              <a:gdLst/>
              <a:ahLst/>
              <a:cxnLst/>
              <a:rect l="l" t="t" r="r" b="b"/>
              <a:pathLst>
                <a:path w="3764" h="2604" extrusionOk="0">
                  <a:moveTo>
                    <a:pt x="0" y="1"/>
                  </a:moveTo>
                  <a:lnTo>
                    <a:pt x="0" y="440"/>
                  </a:lnTo>
                  <a:lnTo>
                    <a:pt x="3763" y="2604"/>
                  </a:lnTo>
                  <a:lnTo>
                    <a:pt x="3763" y="216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007F6A"/>
                </a:gs>
                <a:gs pos="55000">
                  <a:srgbClr val="99CDFE"/>
                </a:gs>
                <a:gs pos="100000">
                  <a:srgbClr val="CCE6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6221345" y="2804776"/>
              <a:ext cx="446712" cy="309030"/>
            </a:xfrm>
            <a:custGeom>
              <a:avLst/>
              <a:gdLst/>
              <a:ahLst/>
              <a:cxnLst/>
              <a:rect l="l" t="t" r="r" b="b"/>
              <a:pathLst>
                <a:path w="3764" h="2604" extrusionOk="0">
                  <a:moveTo>
                    <a:pt x="0" y="0"/>
                  </a:moveTo>
                  <a:lnTo>
                    <a:pt x="0" y="439"/>
                  </a:lnTo>
                  <a:lnTo>
                    <a:pt x="3763" y="2603"/>
                  </a:lnTo>
                  <a:lnTo>
                    <a:pt x="3763" y="216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F6A"/>
                </a:gs>
                <a:gs pos="55000">
                  <a:srgbClr val="99CDFE"/>
                </a:gs>
                <a:gs pos="100000">
                  <a:srgbClr val="CCE6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6221345" y="2921553"/>
              <a:ext cx="446712" cy="309623"/>
            </a:xfrm>
            <a:custGeom>
              <a:avLst/>
              <a:gdLst/>
              <a:ahLst/>
              <a:cxnLst/>
              <a:rect l="l" t="t" r="r" b="b"/>
              <a:pathLst>
                <a:path w="3764" h="2609" extrusionOk="0">
                  <a:moveTo>
                    <a:pt x="0" y="0"/>
                  </a:moveTo>
                  <a:lnTo>
                    <a:pt x="0" y="444"/>
                  </a:lnTo>
                  <a:lnTo>
                    <a:pt x="3763" y="2608"/>
                  </a:lnTo>
                  <a:lnTo>
                    <a:pt x="3763" y="216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F6A"/>
                </a:gs>
                <a:gs pos="55000">
                  <a:srgbClr val="99CDFE"/>
                </a:gs>
                <a:gs pos="100000">
                  <a:srgbClr val="CCE6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6221345" y="3038804"/>
              <a:ext cx="446712" cy="309623"/>
            </a:xfrm>
            <a:custGeom>
              <a:avLst/>
              <a:gdLst/>
              <a:ahLst/>
              <a:cxnLst/>
              <a:rect l="l" t="t" r="r" b="b"/>
              <a:pathLst>
                <a:path w="3764" h="2609" extrusionOk="0">
                  <a:moveTo>
                    <a:pt x="0" y="1"/>
                  </a:moveTo>
                  <a:lnTo>
                    <a:pt x="0" y="445"/>
                  </a:lnTo>
                  <a:lnTo>
                    <a:pt x="3763" y="2609"/>
                  </a:lnTo>
                  <a:lnTo>
                    <a:pt x="3763" y="216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007F6A"/>
                </a:gs>
                <a:gs pos="55000">
                  <a:srgbClr val="99CDFE"/>
                </a:gs>
                <a:gs pos="100000">
                  <a:srgbClr val="CCE6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6221345" y="3156175"/>
              <a:ext cx="446712" cy="309623"/>
            </a:xfrm>
            <a:custGeom>
              <a:avLst/>
              <a:gdLst/>
              <a:ahLst/>
              <a:cxnLst/>
              <a:rect l="l" t="t" r="r" b="b"/>
              <a:pathLst>
                <a:path w="3764" h="2609" extrusionOk="0">
                  <a:moveTo>
                    <a:pt x="0" y="0"/>
                  </a:moveTo>
                  <a:lnTo>
                    <a:pt x="0" y="444"/>
                  </a:lnTo>
                  <a:lnTo>
                    <a:pt x="3763" y="2608"/>
                  </a:lnTo>
                  <a:lnTo>
                    <a:pt x="3763" y="216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F6A"/>
                </a:gs>
                <a:gs pos="55000">
                  <a:srgbClr val="99CDFE"/>
                </a:gs>
                <a:gs pos="100000">
                  <a:srgbClr val="CCE6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6221345" y="3273545"/>
              <a:ext cx="446712" cy="309623"/>
            </a:xfrm>
            <a:custGeom>
              <a:avLst/>
              <a:gdLst/>
              <a:ahLst/>
              <a:cxnLst/>
              <a:rect l="l" t="t" r="r" b="b"/>
              <a:pathLst>
                <a:path w="3764" h="2609" extrusionOk="0">
                  <a:moveTo>
                    <a:pt x="0" y="0"/>
                  </a:moveTo>
                  <a:lnTo>
                    <a:pt x="0" y="439"/>
                  </a:lnTo>
                  <a:lnTo>
                    <a:pt x="3763" y="2608"/>
                  </a:lnTo>
                  <a:lnTo>
                    <a:pt x="3763" y="216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F6A"/>
                </a:gs>
                <a:gs pos="55000">
                  <a:srgbClr val="99CDFE"/>
                </a:gs>
                <a:gs pos="100000">
                  <a:srgbClr val="CCE6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6667923" y="2313221"/>
              <a:ext cx="443745" cy="309030"/>
            </a:xfrm>
            <a:custGeom>
              <a:avLst/>
              <a:gdLst/>
              <a:ahLst/>
              <a:cxnLst/>
              <a:rect l="l" t="t" r="r" b="b"/>
              <a:pathLst>
                <a:path w="3739" h="2604" extrusionOk="0">
                  <a:moveTo>
                    <a:pt x="0" y="1"/>
                  </a:moveTo>
                  <a:lnTo>
                    <a:pt x="0" y="440"/>
                  </a:lnTo>
                  <a:lnTo>
                    <a:pt x="3738" y="2604"/>
                  </a:lnTo>
                  <a:lnTo>
                    <a:pt x="3738" y="216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6667923" y="2430591"/>
              <a:ext cx="443745" cy="309030"/>
            </a:xfrm>
            <a:custGeom>
              <a:avLst/>
              <a:gdLst/>
              <a:ahLst/>
              <a:cxnLst/>
              <a:rect l="l" t="t" r="r" b="b"/>
              <a:pathLst>
                <a:path w="3739" h="2604" extrusionOk="0">
                  <a:moveTo>
                    <a:pt x="0" y="1"/>
                  </a:moveTo>
                  <a:lnTo>
                    <a:pt x="0" y="439"/>
                  </a:lnTo>
                  <a:lnTo>
                    <a:pt x="3738" y="2604"/>
                  </a:lnTo>
                  <a:lnTo>
                    <a:pt x="3738" y="216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6667923" y="2547368"/>
              <a:ext cx="443745" cy="309623"/>
            </a:xfrm>
            <a:custGeom>
              <a:avLst/>
              <a:gdLst/>
              <a:ahLst/>
              <a:cxnLst/>
              <a:rect l="l" t="t" r="r" b="b"/>
              <a:pathLst>
                <a:path w="3739" h="2609" extrusionOk="0">
                  <a:moveTo>
                    <a:pt x="0" y="0"/>
                  </a:moveTo>
                  <a:lnTo>
                    <a:pt x="0" y="444"/>
                  </a:lnTo>
                  <a:lnTo>
                    <a:pt x="3738" y="2608"/>
                  </a:lnTo>
                  <a:lnTo>
                    <a:pt x="3738" y="216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6667923" y="2664620"/>
              <a:ext cx="443745" cy="309623"/>
            </a:xfrm>
            <a:custGeom>
              <a:avLst/>
              <a:gdLst/>
              <a:ahLst/>
              <a:cxnLst/>
              <a:rect l="l" t="t" r="r" b="b"/>
              <a:pathLst>
                <a:path w="3739" h="2609" extrusionOk="0">
                  <a:moveTo>
                    <a:pt x="0" y="1"/>
                  </a:moveTo>
                  <a:lnTo>
                    <a:pt x="0" y="445"/>
                  </a:lnTo>
                  <a:lnTo>
                    <a:pt x="3738" y="2609"/>
                  </a:lnTo>
                  <a:lnTo>
                    <a:pt x="3738" y="216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6667923" y="2781990"/>
              <a:ext cx="443745" cy="309623"/>
            </a:xfrm>
            <a:custGeom>
              <a:avLst/>
              <a:gdLst/>
              <a:ahLst/>
              <a:cxnLst/>
              <a:rect l="l" t="t" r="r" b="b"/>
              <a:pathLst>
                <a:path w="3739" h="2609" extrusionOk="0">
                  <a:moveTo>
                    <a:pt x="0" y="1"/>
                  </a:moveTo>
                  <a:lnTo>
                    <a:pt x="0" y="419"/>
                  </a:lnTo>
                  <a:lnTo>
                    <a:pt x="3738" y="2609"/>
                  </a:lnTo>
                  <a:lnTo>
                    <a:pt x="3738" y="2165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6667923" y="2899360"/>
              <a:ext cx="443745" cy="306656"/>
            </a:xfrm>
            <a:custGeom>
              <a:avLst/>
              <a:gdLst/>
              <a:ahLst/>
              <a:cxnLst/>
              <a:rect l="l" t="t" r="r" b="b"/>
              <a:pathLst>
                <a:path w="3739" h="2584" extrusionOk="0">
                  <a:moveTo>
                    <a:pt x="0" y="0"/>
                  </a:moveTo>
                  <a:lnTo>
                    <a:pt x="0" y="419"/>
                  </a:lnTo>
                  <a:lnTo>
                    <a:pt x="3738" y="2583"/>
                  </a:lnTo>
                  <a:lnTo>
                    <a:pt x="3738" y="216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6667923" y="3016731"/>
              <a:ext cx="443745" cy="306538"/>
            </a:xfrm>
            <a:custGeom>
              <a:avLst/>
              <a:gdLst/>
              <a:ahLst/>
              <a:cxnLst/>
              <a:rect l="l" t="t" r="r" b="b"/>
              <a:pathLst>
                <a:path w="3739" h="2583" extrusionOk="0">
                  <a:moveTo>
                    <a:pt x="0" y="0"/>
                  </a:moveTo>
                  <a:lnTo>
                    <a:pt x="0" y="419"/>
                  </a:lnTo>
                  <a:lnTo>
                    <a:pt x="3738" y="2583"/>
                  </a:lnTo>
                  <a:lnTo>
                    <a:pt x="3738" y="216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667923" y="2555082"/>
              <a:ext cx="413837" cy="1067600"/>
            </a:xfrm>
            <a:custGeom>
              <a:avLst/>
              <a:gdLst/>
              <a:ahLst/>
              <a:cxnLst/>
              <a:rect l="l" t="t" r="r" b="b"/>
              <a:pathLst>
                <a:path w="3487" h="8996" extrusionOk="0">
                  <a:moveTo>
                    <a:pt x="3486" y="1"/>
                  </a:moveTo>
                  <a:lnTo>
                    <a:pt x="0" y="2019"/>
                  </a:lnTo>
                  <a:lnTo>
                    <a:pt x="0" y="8995"/>
                  </a:lnTo>
                  <a:lnTo>
                    <a:pt x="3486" y="6977"/>
                  </a:lnTo>
                  <a:lnTo>
                    <a:pt x="3486" y="1"/>
                  </a:lnTo>
                  <a:close/>
                </a:path>
              </a:pathLst>
            </a:custGeom>
            <a:gradFill>
              <a:gsLst>
                <a:gs pos="0">
                  <a:srgbClr val="007F6A"/>
                </a:gs>
                <a:gs pos="100000">
                  <a:srgbClr val="00221C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6667923" y="2570035"/>
              <a:ext cx="443745" cy="309623"/>
            </a:xfrm>
            <a:custGeom>
              <a:avLst/>
              <a:gdLst/>
              <a:ahLst/>
              <a:cxnLst/>
              <a:rect l="l" t="t" r="r" b="b"/>
              <a:pathLst>
                <a:path w="3739" h="2609" extrusionOk="0">
                  <a:moveTo>
                    <a:pt x="3738" y="1"/>
                  </a:moveTo>
                  <a:lnTo>
                    <a:pt x="0" y="2165"/>
                  </a:lnTo>
                  <a:lnTo>
                    <a:pt x="0" y="2609"/>
                  </a:lnTo>
                  <a:lnTo>
                    <a:pt x="3738" y="440"/>
                  </a:lnTo>
                  <a:lnTo>
                    <a:pt x="3738" y="1"/>
                  </a:lnTo>
                  <a:close/>
                </a:path>
              </a:pathLst>
            </a:custGeom>
            <a:gradFill>
              <a:gsLst>
                <a:gs pos="0">
                  <a:srgbClr val="66B5FF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6667923" y="2687405"/>
              <a:ext cx="443745" cy="309030"/>
            </a:xfrm>
            <a:custGeom>
              <a:avLst/>
              <a:gdLst/>
              <a:ahLst/>
              <a:cxnLst/>
              <a:rect l="l" t="t" r="r" b="b"/>
              <a:pathLst>
                <a:path w="3739" h="2604" extrusionOk="0">
                  <a:moveTo>
                    <a:pt x="3738" y="1"/>
                  </a:moveTo>
                  <a:lnTo>
                    <a:pt x="0" y="2165"/>
                  </a:lnTo>
                  <a:lnTo>
                    <a:pt x="0" y="2604"/>
                  </a:lnTo>
                  <a:lnTo>
                    <a:pt x="3738" y="440"/>
                  </a:lnTo>
                  <a:lnTo>
                    <a:pt x="3738" y="1"/>
                  </a:lnTo>
                  <a:close/>
                </a:path>
              </a:pathLst>
            </a:custGeom>
            <a:gradFill>
              <a:gsLst>
                <a:gs pos="0">
                  <a:srgbClr val="66B5FF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6667923" y="2804776"/>
              <a:ext cx="443745" cy="309030"/>
            </a:xfrm>
            <a:custGeom>
              <a:avLst/>
              <a:gdLst/>
              <a:ahLst/>
              <a:cxnLst/>
              <a:rect l="l" t="t" r="r" b="b"/>
              <a:pathLst>
                <a:path w="3739" h="2604" extrusionOk="0">
                  <a:moveTo>
                    <a:pt x="3738" y="0"/>
                  </a:moveTo>
                  <a:lnTo>
                    <a:pt x="0" y="2164"/>
                  </a:lnTo>
                  <a:lnTo>
                    <a:pt x="0" y="2603"/>
                  </a:lnTo>
                  <a:lnTo>
                    <a:pt x="3738" y="439"/>
                  </a:lnTo>
                  <a:lnTo>
                    <a:pt x="3738" y="0"/>
                  </a:lnTo>
                  <a:close/>
                </a:path>
              </a:pathLst>
            </a:custGeom>
            <a:gradFill>
              <a:gsLst>
                <a:gs pos="0">
                  <a:srgbClr val="66B5FF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6667923" y="2921553"/>
              <a:ext cx="443745" cy="309623"/>
            </a:xfrm>
            <a:custGeom>
              <a:avLst/>
              <a:gdLst/>
              <a:ahLst/>
              <a:cxnLst/>
              <a:rect l="l" t="t" r="r" b="b"/>
              <a:pathLst>
                <a:path w="3739" h="2609" extrusionOk="0">
                  <a:moveTo>
                    <a:pt x="3738" y="0"/>
                  </a:moveTo>
                  <a:lnTo>
                    <a:pt x="0" y="2169"/>
                  </a:lnTo>
                  <a:lnTo>
                    <a:pt x="0" y="2608"/>
                  </a:lnTo>
                  <a:lnTo>
                    <a:pt x="3738" y="444"/>
                  </a:lnTo>
                  <a:lnTo>
                    <a:pt x="3738" y="0"/>
                  </a:lnTo>
                  <a:close/>
                </a:path>
              </a:pathLst>
            </a:custGeom>
            <a:gradFill>
              <a:gsLst>
                <a:gs pos="0">
                  <a:srgbClr val="66B5FF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6667923" y="3038804"/>
              <a:ext cx="443745" cy="309623"/>
            </a:xfrm>
            <a:custGeom>
              <a:avLst/>
              <a:gdLst/>
              <a:ahLst/>
              <a:cxnLst/>
              <a:rect l="l" t="t" r="r" b="b"/>
              <a:pathLst>
                <a:path w="3739" h="2609" extrusionOk="0">
                  <a:moveTo>
                    <a:pt x="3738" y="1"/>
                  </a:moveTo>
                  <a:lnTo>
                    <a:pt x="0" y="2165"/>
                  </a:lnTo>
                  <a:lnTo>
                    <a:pt x="0" y="2609"/>
                  </a:lnTo>
                  <a:lnTo>
                    <a:pt x="3738" y="445"/>
                  </a:lnTo>
                  <a:lnTo>
                    <a:pt x="3738" y="1"/>
                  </a:lnTo>
                  <a:close/>
                </a:path>
              </a:pathLst>
            </a:custGeom>
            <a:gradFill>
              <a:gsLst>
                <a:gs pos="0">
                  <a:srgbClr val="66B5FF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6667923" y="3156175"/>
              <a:ext cx="443745" cy="309623"/>
            </a:xfrm>
            <a:custGeom>
              <a:avLst/>
              <a:gdLst/>
              <a:ahLst/>
              <a:cxnLst/>
              <a:rect l="l" t="t" r="r" b="b"/>
              <a:pathLst>
                <a:path w="3739" h="2609" extrusionOk="0">
                  <a:moveTo>
                    <a:pt x="3738" y="0"/>
                  </a:moveTo>
                  <a:lnTo>
                    <a:pt x="0" y="2165"/>
                  </a:lnTo>
                  <a:lnTo>
                    <a:pt x="0" y="2608"/>
                  </a:lnTo>
                  <a:lnTo>
                    <a:pt x="3738" y="444"/>
                  </a:lnTo>
                  <a:lnTo>
                    <a:pt x="3738" y="0"/>
                  </a:lnTo>
                  <a:close/>
                </a:path>
              </a:pathLst>
            </a:custGeom>
            <a:gradFill>
              <a:gsLst>
                <a:gs pos="0">
                  <a:srgbClr val="66B5FF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6667923" y="3273545"/>
              <a:ext cx="443745" cy="309623"/>
            </a:xfrm>
            <a:custGeom>
              <a:avLst/>
              <a:gdLst/>
              <a:ahLst/>
              <a:cxnLst/>
              <a:rect l="l" t="t" r="r" b="b"/>
              <a:pathLst>
                <a:path w="3739" h="2609" extrusionOk="0">
                  <a:moveTo>
                    <a:pt x="3738" y="0"/>
                  </a:moveTo>
                  <a:lnTo>
                    <a:pt x="0" y="2164"/>
                  </a:lnTo>
                  <a:lnTo>
                    <a:pt x="0" y="2608"/>
                  </a:lnTo>
                  <a:lnTo>
                    <a:pt x="3738" y="439"/>
                  </a:lnTo>
                  <a:lnTo>
                    <a:pt x="3738" y="0"/>
                  </a:lnTo>
                  <a:close/>
                </a:path>
              </a:pathLst>
            </a:custGeom>
            <a:gradFill>
              <a:gsLst>
                <a:gs pos="0">
                  <a:srgbClr val="66B5FF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251251" y="2315713"/>
              <a:ext cx="830523" cy="478972"/>
            </a:xfrm>
            <a:custGeom>
              <a:avLst/>
              <a:gdLst/>
              <a:ahLst/>
              <a:cxnLst/>
              <a:rect l="l" t="t" r="r" b="b"/>
              <a:pathLst>
                <a:path w="6998" h="4036" extrusionOk="0">
                  <a:moveTo>
                    <a:pt x="3511" y="0"/>
                  </a:moveTo>
                  <a:lnTo>
                    <a:pt x="0" y="2018"/>
                  </a:lnTo>
                  <a:lnTo>
                    <a:pt x="3511" y="4036"/>
                  </a:lnTo>
                  <a:lnTo>
                    <a:pt x="6997" y="2018"/>
                  </a:lnTo>
                  <a:lnTo>
                    <a:pt x="3511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100000">
                  <a:srgbClr val="1501A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6358416" y="2512596"/>
              <a:ext cx="147401" cy="85090"/>
            </a:xfrm>
            <a:custGeom>
              <a:avLst/>
              <a:gdLst/>
              <a:ahLst/>
              <a:cxnLst/>
              <a:rect l="l" t="t" r="r" b="b"/>
              <a:pathLst>
                <a:path w="1242" h="717" extrusionOk="0">
                  <a:moveTo>
                    <a:pt x="631" y="1"/>
                  </a:moveTo>
                  <a:lnTo>
                    <a:pt x="0" y="359"/>
                  </a:lnTo>
                  <a:lnTo>
                    <a:pt x="631" y="717"/>
                  </a:lnTo>
                  <a:lnTo>
                    <a:pt x="1241" y="359"/>
                  </a:lnTo>
                  <a:lnTo>
                    <a:pt x="631" y="1"/>
                  </a:lnTo>
                  <a:close/>
                </a:path>
              </a:pathLst>
            </a:custGeom>
            <a:solidFill>
              <a:srgbClr val="AD95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" name="Google Shape;152;p1"/>
          <p:cNvGrpSpPr/>
          <p:nvPr/>
        </p:nvGrpSpPr>
        <p:grpSpPr>
          <a:xfrm>
            <a:off x="9041623" y="3163515"/>
            <a:ext cx="893679" cy="2623893"/>
            <a:chOff x="6969250" y="1975054"/>
            <a:chExt cx="670259" cy="1967920"/>
          </a:xfrm>
        </p:grpSpPr>
        <p:sp>
          <p:nvSpPr>
            <p:cNvPr id="153" name="Google Shape;153;p1"/>
            <p:cNvSpPr/>
            <p:nvPr/>
          </p:nvSpPr>
          <p:spPr>
            <a:xfrm>
              <a:off x="6969250" y="2872999"/>
              <a:ext cx="414431" cy="1069974"/>
            </a:xfrm>
            <a:custGeom>
              <a:avLst/>
              <a:gdLst/>
              <a:ahLst/>
              <a:cxnLst/>
              <a:rect l="l" t="t" r="r" b="b"/>
              <a:pathLst>
                <a:path w="3492" h="9016" extrusionOk="0">
                  <a:moveTo>
                    <a:pt x="1" y="1"/>
                  </a:moveTo>
                  <a:lnTo>
                    <a:pt x="1" y="6997"/>
                  </a:lnTo>
                  <a:lnTo>
                    <a:pt x="3491" y="9015"/>
                  </a:lnTo>
                  <a:lnTo>
                    <a:pt x="3491" y="201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00F6CD"/>
                </a:gs>
                <a:gs pos="100000">
                  <a:srgbClr val="003A3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969250" y="2907771"/>
              <a:ext cx="414431" cy="289211"/>
            </a:xfrm>
            <a:custGeom>
              <a:avLst/>
              <a:gdLst/>
              <a:ahLst/>
              <a:cxnLst/>
              <a:rect l="l" t="t" r="r" b="b"/>
              <a:pathLst>
                <a:path w="3492" h="2437" extrusionOk="0">
                  <a:moveTo>
                    <a:pt x="1" y="0"/>
                  </a:moveTo>
                  <a:lnTo>
                    <a:pt x="1" y="419"/>
                  </a:lnTo>
                  <a:lnTo>
                    <a:pt x="3491" y="2437"/>
                  </a:lnTo>
                  <a:lnTo>
                    <a:pt x="3491" y="201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ACF6FE"/>
                </a:gs>
                <a:gs pos="34000">
                  <a:srgbClr val="82F2FE"/>
                </a:gs>
                <a:gs pos="100000">
                  <a:srgbClr val="05FFD5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969250" y="3025023"/>
              <a:ext cx="414431" cy="289330"/>
            </a:xfrm>
            <a:custGeom>
              <a:avLst/>
              <a:gdLst/>
              <a:ahLst/>
              <a:cxnLst/>
              <a:rect l="l" t="t" r="r" b="b"/>
              <a:pathLst>
                <a:path w="3492" h="2438" extrusionOk="0">
                  <a:moveTo>
                    <a:pt x="1" y="1"/>
                  </a:moveTo>
                  <a:lnTo>
                    <a:pt x="1" y="420"/>
                  </a:lnTo>
                  <a:lnTo>
                    <a:pt x="3491" y="2437"/>
                  </a:lnTo>
                  <a:lnTo>
                    <a:pt x="3491" y="20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ACF6FE"/>
                </a:gs>
                <a:gs pos="34000">
                  <a:srgbClr val="82F2FE"/>
                </a:gs>
                <a:gs pos="100000">
                  <a:srgbClr val="05FFD5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969250" y="3142393"/>
              <a:ext cx="414431" cy="289330"/>
            </a:xfrm>
            <a:custGeom>
              <a:avLst/>
              <a:gdLst/>
              <a:ahLst/>
              <a:cxnLst/>
              <a:rect l="l" t="t" r="r" b="b"/>
              <a:pathLst>
                <a:path w="3492" h="2438" extrusionOk="0">
                  <a:moveTo>
                    <a:pt x="1" y="1"/>
                  </a:moveTo>
                  <a:lnTo>
                    <a:pt x="1" y="419"/>
                  </a:lnTo>
                  <a:lnTo>
                    <a:pt x="3491" y="2437"/>
                  </a:lnTo>
                  <a:lnTo>
                    <a:pt x="3491" y="201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ACF6FE"/>
                </a:gs>
                <a:gs pos="34000">
                  <a:srgbClr val="82F2FE"/>
                </a:gs>
                <a:gs pos="100000">
                  <a:srgbClr val="05FFD5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969250" y="3256797"/>
              <a:ext cx="414431" cy="292178"/>
            </a:xfrm>
            <a:custGeom>
              <a:avLst/>
              <a:gdLst/>
              <a:ahLst/>
              <a:cxnLst/>
              <a:rect l="l" t="t" r="r" b="b"/>
              <a:pathLst>
                <a:path w="3492" h="2462" extrusionOk="0">
                  <a:moveTo>
                    <a:pt x="1" y="0"/>
                  </a:moveTo>
                  <a:lnTo>
                    <a:pt x="1" y="444"/>
                  </a:lnTo>
                  <a:lnTo>
                    <a:pt x="3491" y="2462"/>
                  </a:lnTo>
                  <a:lnTo>
                    <a:pt x="3491" y="20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ACF6FE"/>
                </a:gs>
                <a:gs pos="34000">
                  <a:srgbClr val="82F2FE"/>
                </a:gs>
                <a:gs pos="100000">
                  <a:srgbClr val="05FFD5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969250" y="3374049"/>
              <a:ext cx="414431" cy="292297"/>
            </a:xfrm>
            <a:custGeom>
              <a:avLst/>
              <a:gdLst/>
              <a:ahLst/>
              <a:cxnLst/>
              <a:rect l="l" t="t" r="r" b="b"/>
              <a:pathLst>
                <a:path w="3492" h="2463" extrusionOk="0">
                  <a:moveTo>
                    <a:pt x="1" y="1"/>
                  </a:moveTo>
                  <a:lnTo>
                    <a:pt x="1" y="445"/>
                  </a:lnTo>
                  <a:lnTo>
                    <a:pt x="3491" y="2463"/>
                  </a:lnTo>
                  <a:lnTo>
                    <a:pt x="3491" y="203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ACF6FE"/>
                </a:gs>
                <a:gs pos="34000">
                  <a:srgbClr val="82F2FE"/>
                </a:gs>
                <a:gs pos="100000">
                  <a:srgbClr val="05FFD5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969250" y="3491419"/>
              <a:ext cx="414431" cy="291703"/>
            </a:xfrm>
            <a:custGeom>
              <a:avLst/>
              <a:gdLst/>
              <a:ahLst/>
              <a:cxnLst/>
              <a:rect l="l" t="t" r="r" b="b"/>
              <a:pathLst>
                <a:path w="3492" h="2458" extrusionOk="0">
                  <a:moveTo>
                    <a:pt x="1" y="1"/>
                  </a:moveTo>
                  <a:lnTo>
                    <a:pt x="1" y="439"/>
                  </a:lnTo>
                  <a:lnTo>
                    <a:pt x="3491" y="2457"/>
                  </a:lnTo>
                  <a:lnTo>
                    <a:pt x="3491" y="201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ACF6FE"/>
                </a:gs>
                <a:gs pos="34000">
                  <a:srgbClr val="82F2FE"/>
                </a:gs>
                <a:gs pos="100000">
                  <a:srgbClr val="05FFD5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969250" y="3608789"/>
              <a:ext cx="414431" cy="291584"/>
            </a:xfrm>
            <a:custGeom>
              <a:avLst/>
              <a:gdLst/>
              <a:ahLst/>
              <a:cxnLst/>
              <a:rect l="l" t="t" r="r" b="b"/>
              <a:pathLst>
                <a:path w="3492" h="2457" extrusionOk="0">
                  <a:moveTo>
                    <a:pt x="1" y="0"/>
                  </a:moveTo>
                  <a:lnTo>
                    <a:pt x="1" y="439"/>
                  </a:lnTo>
                  <a:lnTo>
                    <a:pt x="3491" y="2457"/>
                  </a:lnTo>
                  <a:lnTo>
                    <a:pt x="3491" y="201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ACF6FE"/>
                </a:gs>
                <a:gs pos="34000">
                  <a:srgbClr val="82F2FE"/>
                </a:gs>
                <a:gs pos="100000">
                  <a:srgbClr val="05FFD5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7383548" y="2967584"/>
              <a:ext cx="251602" cy="975390"/>
            </a:xfrm>
            <a:custGeom>
              <a:avLst/>
              <a:gdLst/>
              <a:ahLst/>
              <a:cxnLst/>
              <a:rect l="l" t="t" r="r" b="b"/>
              <a:pathLst>
                <a:path w="2120" h="8219" extrusionOk="0">
                  <a:moveTo>
                    <a:pt x="2119" y="1"/>
                  </a:moveTo>
                  <a:lnTo>
                    <a:pt x="0" y="1221"/>
                  </a:lnTo>
                  <a:lnTo>
                    <a:pt x="0" y="8218"/>
                  </a:lnTo>
                  <a:lnTo>
                    <a:pt x="2119" y="6977"/>
                  </a:lnTo>
                  <a:lnTo>
                    <a:pt x="2119" y="1"/>
                  </a:lnTo>
                  <a:close/>
                </a:path>
              </a:pathLst>
            </a:custGeom>
            <a:gradFill>
              <a:gsLst>
                <a:gs pos="0">
                  <a:srgbClr val="007F6A"/>
                </a:gs>
                <a:gs pos="100000">
                  <a:srgbClr val="002A23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7383548" y="2999983"/>
              <a:ext cx="251602" cy="197001"/>
            </a:xfrm>
            <a:custGeom>
              <a:avLst/>
              <a:gdLst/>
              <a:ahLst/>
              <a:cxnLst/>
              <a:rect l="l" t="t" r="r" b="b"/>
              <a:pathLst>
                <a:path w="2120" h="1660" extrusionOk="0">
                  <a:moveTo>
                    <a:pt x="2119" y="0"/>
                  </a:moveTo>
                  <a:lnTo>
                    <a:pt x="0" y="1241"/>
                  </a:lnTo>
                  <a:lnTo>
                    <a:pt x="0" y="1660"/>
                  </a:lnTo>
                  <a:lnTo>
                    <a:pt x="2119" y="444"/>
                  </a:lnTo>
                  <a:lnTo>
                    <a:pt x="2119" y="0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34000">
                  <a:srgbClr val="4CEEFD">
                    <a:alpha val="36862"/>
                  </a:srgbClr>
                </a:gs>
                <a:gs pos="100000">
                  <a:srgbClr val="4CEEFD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7383548" y="3117234"/>
              <a:ext cx="251602" cy="197119"/>
            </a:xfrm>
            <a:custGeom>
              <a:avLst/>
              <a:gdLst/>
              <a:ahLst/>
              <a:cxnLst/>
              <a:rect l="l" t="t" r="r" b="b"/>
              <a:pathLst>
                <a:path w="2120" h="1661" extrusionOk="0">
                  <a:moveTo>
                    <a:pt x="2119" y="1"/>
                  </a:moveTo>
                  <a:lnTo>
                    <a:pt x="0" y="1242"/>
                  </a:lnTo>
                  <a:lnTo>
                    <a:pt x="0" y="1660"/>
                  </a:lnTo>
                  <a:lnTo>
                    <a:pt x="2119" y="440"/>
                  </a:lnTo>
                  <a:lnTo>
                    <a:pt x="2119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34000">
                  <a:srgbClr val="4CEEFD">
                    <a:alpha val="36862"/>
                  </a:srgbClr>
                </a:gs>
                <a:gs pos="100000">
                  <a:srgbClr val="4CEEFD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7383548" y="3234605"/>
              <a:ext cx="251602" cy="197119"/>
            </a:xfrm>
            <a:custGeom>
              <a:avLst/>
              <a:gdLst/>
              <a:ahLst/>
              <a:cxnLst/>
              <a:rect l="l" t="t" r="r" b="b"/>
              <a:pathLst>
                <a:path w="2120" h="1661" extrusionOk="0">
                  <a:moveTo>
                    <a:pt x="2119" y="0"/>
                  </a:moveTo>
                  <a:lnTo>
                    <a:pt x="0" y="1241"/>
                  </a:lnTo>
                  <a:lnTo>
                    <a:pt x="0" y="1660"/>
                  </a:lnTo>
                  <a:lnTo>
                    <a:pt x="2119" y="439"/>
                  </a:lnTo>
                  <a:lnTo>
                    <a:pt x="2119" y="0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34000">
                  <a:srgbClr val="4CEEFD">
                    <a:alpha val="36862"/>
                  </a:srgbClr>
                </a:gs>
                <a:gs pos="100000">
                  <a:srgbClr val="4CEEFD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7383548" y="3351975"/>
              <a:ext cx="251602" cy="197000"/>
            </a:xfrm>
            <a:custGeom>
              <a:avLst/>
              <a:gdLst/>
              <a:ahLst/>
              <a:cxnLst/>
              <a:rect l="l" t="t" r="r" b="b"/>
              <a:pathLst>
                <a:path w="2120" h="1660" extrusionOk="0">
                  <a:moveTo>
                    <a:pt x="2119" y="0"/>
                  </a:moveTo>
                  <a:lnTo>
                    <a:pt x="0" y="1236"/>
                  </a:lnTo>
                  <a:lnTo>
                    <a:pt x="0" y="1660"/>
                  </a:lnTo>
                  <a:lnTo>
                    <a:pt x="2119" y="439"/>
                  </a:lnTo>
                  <a:lnTo>
                    <a:pt x="2119" y="0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34000">
                  <a:srgbClr val="4CEEFD">
                    <a:alpha val="36862"/>
                  </a:srgbClr>
                </a:gs>
                <a:gs pos="100000">
                  <a:srgbClr val="4CEEFD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7383548" y="3468633"/>
              <a:ext cx="251602" cy="197713"/>
            </a:xfrm>
            <a:custGeom>
              <a:avLst/>
              <a:gdLst/>
              <a:ahLst/>
              <a:cxnLst/>
              <a:rect l="l" t="t" r="r" b="b"/>
              <a:pathLst>
                <a:path w="2120" h="1666" extrusionOk="0">
                  <a:moveTo>
                    <a:pt x="2119" y="1"/>
                  </a:moveTo>
                  <a:lnTo>
                    <a:pt x="0" y="1242"/>
                  </a:lnTo>
                  <a:lnTo>
                    <a:pt x="0" y="1666"/>
                  </a:lnTo>
                  <a:lnTo>
                    <a:pt x="2119" y="445"/>
                  </a:lnTo>
                  <a:lnTo>
                    <a:pt x="2119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34000">
                  <a:srgbClr val="4CEEFD">
                    <a:alpha val="36862"/>
                  </a:srgbClr>
                </a:gs>
                <a:gs pos="100000">
                  <a:srgbClr val="4CEEFD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7383548" y="3586004"/>
              <a:ext cx="251602" cy="197119"/>
            </a:xfrm>
            <a:custGeom>
              <a:avLst/>
              <a:gdLst/>
              <a:ahLst/>
              <a:cxnLst/>
              <a:rect l="l" t="t" r="r" b="b"/>
              <a:pathLst>
                <a:path w="2120" h="1661" extrusionOk="0">
                  <a:moveTo>
                    <a:pt x="2119" y="1"/>
                  </a:moveTo>
                  <a:lnTo>
                    <a:pt x="0" y="1221"/>
                  </a:lnTo>
                  <a:lnTo>
                    <a:pt x="0" y="1660"/>
                  </a:lnTo>
                  <a:lnTo>
                    <a:pt x="2119" y="444"/>
                  </a:lnTo>
                  <a:lnTo>
                    <a:pt x="2119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34000">
                  <a:srgbClr val="4CEEFD">
                    <a:alpha val="36862"/>
                  </a:srgbClr>
                </a:gs>
                <a:gs pos="100000">
                  <a:srgbClr val="4CEEFD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7383548" y="3703374"/>
              <a:ext cx="251602" cy="197000"/>
            </a:xfrm>
            <a:custGeom>
              <a:avLst/>
              <a:gdLst/>
              <a:ahLst/>
              <a:cxnLst/>
              <a:rect l="l" t="t" r="r" b="b"/>
              <a:pathLst>
                <a:path w="2120" h="1660" extrusionOk="0">
                  <a:moveTo>
                    <a:pt x="2119" y="0"/>
                  </a:moveTo>
                  <a:lnTo>
                    <a:pt x="0" y="1221"/>
                  </a:lnTo>
                  <a:lnTo>
                    <a:pt x="0" y="1660"/>
                  </a:lnTo>
                  <a:lnTo>
                    <a:pt x="2119" y="444"/>
                  </a:lnTo>
                  <a:lnTo>
                    <a:pt x="2119" y="0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34000">
                  <a:srgbClr val="4CEEFD">
                    <a:alpha val="36862"/>
                  </a:srgbClr>
                </a:gs>
                <a:gs pos="100000">
                  <a:srgbClr val="4CEEFD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6969250" y="2728096"/>
              <a:ext cx="665913" cy="384507"/>
            </a:xfrm>
            <a:custGeom>
              <a:avLst/>
              <a:gdLst/>
              <a:ahLst/>
              <a:cxnLst/>
              <a:rect l="l" t="t" r="r" b="b"/>
              <a:pathLst>
                <a:path w="5611" h="3240" extrusionOk="0">
                  <a:moveTo>
                    <a:pt x="2124" y="1"/>
                  </a:moveTo>
                  <a:lnTo>
                    <a:pt x="1" y="1222"/>
                  </a:lnTo>
                  <a:lnTo>
                    <a:pt x="3491" y="3239"/>
                  </a:lnTo>
                  <a:lnTo>
                    <a:pt x="5610" y="2019"/>
                  </a:lnTo>
                  <a:lnTo>
                    <a:pt x="2124" y="1"/>
                  </a:lnTo>
                  <a:close/>
                </a:path>
              </a:pathLst>
            </a:custGeom>
            <a:gradFill>
              <a:gsLst>
                <a:gs pos="0">
                  <a:srgbClr val="004C3F"/>
                </a:gs>
                <a:gs pos="100000">
                  <a:srgbClr val="10092D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7054341" y="2828140"/>
              <a:ext cx="167101" cy="94703"/>
            </a:xfrm>
            <a:custGeom>
              <a:avLst/>
              <a:gdLst/>
              <a:ahLst/>
              <a:cxnLst/>
              <a:rect l="l" t="t" r="r" b="b"/>
              <a:pathLst>
                <a:path w="1408" h="798" extrusionOk="0">
                  <a:moveTo>
                    <a:pt x="711" y="0"/>
                  </a:moveTo>
                  <a:lnTo>
                    <a:pt x="0" y="399"/>
                  </a:lnTo>
                  <a:lnTo>
                    <a:pt x="711" y="797"/>
                  </a:lnTo>
                  <a:lnTo>
                    <a:pt x="1407" y="399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66FFE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6973596" y="1975054"/>
              <a:ext cx="665913" cy="1135126"/>
            </a:xfrm>
            <a:custGeom>
              <a:avLst/>
              <a:gdLst/>
              <a:ahLst/>
              <a:cxnLst/>
              <a:rect l="l" t="t" r="r" b="b"/>
              <a:pathLst>
                <a:path w="5611" h="9565" extrusionOk="0">
                  <a:moveTo>
                    <a:pt x="2124" y="0"/>
                  </a:moveTo>
                  <a:lnTo>
                    <a:pt x="1" y="1221"/>
                  </a:lnTo>
                  <a:lnTo>
                    <a:pt x="1" y="7547"/>
                  </a:lnTo>
                  <a:lnTo>
                    <a:pt x="3491" y="9565"/>
                  </a:lnTo>
                  <a:lnTo>
                    <a:pt x="5610" y="8349"/>
                  </a:lnTo>
                  <a:lnTo>
                    <a:pt x="5610" y="2018"/>
                  </a:lnTo>
                  <a:lnTo>
                    <a:pt x="2124" y="0"/>
                  </a:lnTo>
                  <a:close/>
                </a:path>
              </a:pathLst>
            </a:custGeom>
            <a:gradFill>
              <a:gsLst>
                <a:gs pos="0">
                  <a:srgbClr val="4CEEFD">
                    <a:alpha val="35686"/>
                  </a:srgbClr>
                </a:gs>
                <a:gs pos="34000">
                  <a:srgbClr val="4CEEFD">
                    <a:alpha val="35686"/>
                  </a:srgbClr>
                </a:gs>
                <a:gs pos="100000">
                  <a:srgbClr val="4CEEFD">
                    <a:alpha val="35686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1"/>
          <p:cNvGrpSpPr/>
          <p:nvPr/>
        </p:nvGrpSpPr>
        <p:grpSpPr>
          <a:xfrm>
            <a:off x="8044430" y="2206210"/>
            <a:ext cx="1107348" cy="2052481"/>
            <a:chOff x="6221355" y="1257075"/>
            <a:chExt cx="830511" cy="1539361"/>
          </a:xfrm>
        </p:grpSpPr>
        <p:sp>
          <p:nvSpPr>
            <p:cNvPr id="173" name="Google Shape;173;p1"/>
            <p:cNvSpPr/>
            <p:nvPr/>
          </p:nvSpPr>
          <p:spPr>
            <a:xfrm>
              <a:off x="6560175" y="1910288"/>
              <a:ext cx="491691" cy="668140"/>
            </a:xfrm>
            <a:custGeom>
              <a:avLst/>
              <a:gdLst/>
              <a:ahLst/>
              <a:cxnLst/>
              <a:rect l="l" t="t" r="r" b="b"/>
              <a:pathLst>
                <a:path w="4143" h="5630" extrusionOk="0">
                  <a:moveTo>
                    <a:pt x="142" y="0"/>
                  </a:moveTo>
                  <a:cubicBezTo>
                    <a:pt x="128" y="0"/>
                    <a:pt x="117" y="5"/>
                    <a:pt x="107" y="15"/>
                  </a:cubicBezTo>
                  <a:lnTo>
                    <a:pt x="1" y="61"/>
                  </a:lnTo>
                  <a:lnTo>
                    <a:pt x="26" y="121"/>
                  </a:lnTo>
                  <a:lnTo>
                    <a:pt x="66" y="121"/>
                  </a:lnTo>
                  <a:lnTo>
                    <a:pt x="66" y="3108"/>
                  </a:lnTo>
                  <a:cubicBezTo>
                    <a:pt x="66" y="3188"/>
                    <a:pt x="127" y="3294"/>
                    <a:pt x="193" y="3340"/>
                  </a:cubicBezTo>
                  <a:lnTo>
                    <a:pt x="3976" y="5524"/>
                  </a:lnTo>
                  <a:lnTo>
                    <a:pt x="3956" y="5544"/>
                  </a:lnTo>
                  <a:lnTo>
                    <a:pt x="3996" y="5630"/>
                  </a:lnTo>
                  <a:lnTo>
                    <a:pt x="4102" y="5564"/>
                  </a:lnTo>
                  <a:cubicBezTo>
                    <a:pt x="4122" y="5544"/>
                    <a:pt x="4142" y="5504"/>
                    <a:pt x="4142" y="5458"/>
                  </a:cubicBezTo>
                  <a:lnTo>
                    <a:pt x="4142" y="2457"/>
                  </a:lnTo>
                  <a:cubicBezTo>
                    <a:pt x="4142" y="2371"/>
                    <a:pt x="4082" y="2265"/>
                    <a:pt x="4016" y="2225"/>
                  </a:cubicBezTo>
                  <a:lnTo>
                    <a:pt x="193" y="15"/>
                  </a:lnTo>
                  <a:cubicBezTo>
                    <a:pt x="172" y="5"/>
                    <a:pt x="156" y="0"/>
                    <a:pt x="142" y="0"/>
                  </a:cubicBezTo>
                  <a:close/>
                </a:path>
              </a:pathLst>
            </a:custGeom>
            <a:solidFill>
              <a:srgbClr val="00E7F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6555428" y="1917646"/>
              <a:ext cx="483858" cy="660308"/>
            </a:xfrm>
            <a:custGeom>
              <a:avLst/>
              <a:gdLst/>
              <a:ahLst/>
              <a:cxnLst/>
              <a:rect l="l" t="t" r="r" b="b"/>
              <a:pathLst>
                <a:path w="4077" h="5564" extrusionOk="0">
                  <a:moveTo>
                    <a:pt x="77" y="1"/>
                  </a:moveTo>
                  <a:cubicBezTo>
                    <a:pt x="35" y="1"/>
                    <a:pt x="0" y="41"/>
                    <a:pt x="0" y="100"/>
                  </a:cubicBezTo>
                  <a:lnTo>
                    <a:pt x="0" y="3106"/>
                  </a:lnTo>
                  <a:cubicBezTo>
                    <a:pt x="0" y="3192"/>
                    <a:pt x="66" y="3298"/>
                    <a:pt x="127" y="3338"/>
                  </a:cubicBezTo>
                  <a:lnTo>
                    <a:pt x="3950" y="5548"/>
                  </a:lnTo>
                  <a:cubicBezTo>
                    <a:pt x="3973" y="5558"/>
                    <a:pt x="3993" y="5563"/>
                    <a:pt x="4009" y="5563"/>
                  </a:cubicBezTo>
                  <a:cubicBezTo>
                    <a:pt x="4055" y="5563"/>
                    <a:pt x="4076" y="5525"/>
                    <a:pt x="4076" y="5462"/>
                  </a:cubicBezTo>
                  <a:lnTo>
                    <a:pt x="4076" y="2455"/>
                  </a:lnTo>
                  <a:cubicBezTo>
                    <a:pt x="4076" y="2370"/>
                    <a:pt x="4036" y="2269"/>
                    <a:pt x="3950" y="2223"/>
                  </a:cubicBezTo>
                  <a:lnTo>
                    <a:pt x="127" y="19"/>
                  </a:lnTo>
                  <a:cubicBezTo>
                    <a:pt x="110" y="7"/>
                    <a:pt x="93" y="1"/>
                    <a:pt x="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6578214" y="1955147"/>
              <a:ext cx="438879" cy="585068"/>
            </a:xfrm>
            <a:custGeom>
              <a:avLst/>
              <a:gdLst/>
              <a:ahLst/>
              <a:cxnLst/>
              <a:rect l="l" t="t" r="r" b="b"/>
              <a:pathLst>
                <a:path w="3698" h="4930" extrusionOk="0">
                  <a:moveTo>
                    <a:pt x="57" y="0"/>
                  </a:moveTo>
                  <a:cubicBezTo>
                    <a:pt x="22" y="0"/>
                    <a:pt x="0" y="39"/>
                    <a:pt x="0" y="102"/>
                  </a:cubicBezTo>
                  <a:lnTo>
                    <a:pt x="0" y="2684"/>
                  </a:lnTo>
                  <a:cubicBezTo>
                    <a:pt x="0" y="2770"/>
                    <a:pt x="41" y="2876"/>
                    <a:pt x="101" y="2916"/>
                  </a:cubicBezTo>
                  <a:lnTo>
                    <a:pt x="3592" y="4914"/>
                  </a:lnTo>
                  <a:cubicBezTo>
                    <a:pt x="3609" y="4925"/>
                    <a:pt x="3625" y="4930"/>
                    <a:pt x="3638" y="4930"/>
                  </a:cubicBezTo>
                  <a:cubicBezTo>
                    <a:pt x="3676" y="4930"/>
                    <a:pt x="3698" y="4891"/>
                    <a:pt x="3698" y="4828"/>
                  </a:cubicBezTo>
                  <a:lnTo>
                    <a:pt x="3698" y="2245"/>
                  </a:lnTo>
                  <a:cubicBezTo>
                    <a:pt x="3698" y="2160"/>
                    <a:pt x="3657" y="2054"/>
                    <a:pt x="3592" y="2013"/>
                  </a:cubicBezTo>
                  <a:lnTo>
                    <a:pt x="101" y="16"/>
                  </a:lnTo>
                  <a:cubicBezTo>
                    <a:pt x="85" y="5"/>
                    <a:pt x="70" y="0"/>
                    <a:pt x="57" y="0"/>
                  </a:cubicBezTo>
                  <a:close/>
                </a:path>
              </a:pathLst>
            </a:custGeom>
            <a:solidFill>
              <a:srgbClr val="00E7F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6864935" y="2144317"/>
              <a:ext cx="124614" cy="127101"/>
            </a:xfrm>
            <a:custGeom>
              <a:avLst/>
              <a:gdLst/>
              <a:ahLst/>
              <a:cxnLst/>
              <a:rect l="l" t="t" r="r" b="b"/>
              <a:pathLst>
                <a:path w="1050" h="1071" extrusionOk="0">
                  <a:moveTo>
                    <a:pt x="0" y="1"/>
                  </a:moveTo>
                  <a:lnTo>
                    <a:pt x="0" y="460"/>
                  </a:lnTo>
                  <a:lnTo>
                    <a:pt x="1050" y="1070"/>
                  </a:lnTo>
                  <a:lnTo>
                    <a:pt x="1050" y="6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6600288" y="1992293"/>
              <a:ext cx="247448" cy="152141"/>
            </a:xfrm>
            <a:custGeom>
              <a:avLst/>
              <a:gdLst/>
              <a:ahLst/>
              <a:cxnLst/>
              <a:rect l="l" t="t" r="r" b="b"/>
              <a:pathLst>
                <a:path w="2085" h="1282" extrusionOk="0">
                  <a:moveTo>
                    <a:pt x="1" y="0"/>
                  </a:moveTo>
                  <a:lnTo>
                    <a:pt x="1" y="81"/>
                  </a:lnTo>
                  <a:lnTo>
                    <a:pt x="2084" y="1282"/>
                  </a:lnTo>
                  <a:lnTo>
                    <a:pt x="2084" y="11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6600288" y="2011993"/>
              <a:ext cx="117493" cy="77376"/>
            </a:xfrm>
            <a:custGeom>
              <a:avLst/>
              <a:gdLst/>
              <a:ahLst/>
              <a:cxnLst/>
              <a:rect l="l" t="t" r="r" b="b"/>
              <a:pathLst>
                <a:path w="990" h="652" extrusionOk="0">
                  <a:moveTo>
                    <a:pt x="1" y="1"/>
                  </a:moveTo>
                  <a:lnTo>
                    <a:pt x="1" y="87"/>
                  </a:lnTo>
                  <a:lnTo>
                    <a:pt x="990" y="652"/>
                  </a:lnTo>
                  <a:lnTo>
                    <a:pt x="990" y="5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6600288" y="2251481"/>
              <a:ext cx="247448" cy="152141"/>
            </a:xfrm>
            <a:custGeom>
              <a:avLst/>
              <a:gdLst/>
              <a:ahLst/>
              <a:cxnLst/>
              <a:rect l="l" t="t" r="r" b="b"/>
              <a:pathLst>
                <a:path w="2085" h="1282" extrusionOk="0">
                  <a:moveTo>
                    <a:pt x="1" y="1"/>
                  </a:moveTo>
                  <a:lnTo>
                    <a:pt x="1" y="86"/>
                  </a:lnTo>
                  <a:lnTo>
                    <a:pt x="2084" y="1282"/>
                  </a:lnTo>
                  <a:lnTo>
                    <a:pt x="2084" y="11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6655353" y="2303579"/>
              <a:ext cx="192380" cy="122829"/>
            </a:xfrm>
            <a:custGeom>
              <a:avLst/>
              <a:gdLst/>
              <a:ahLst/>
              <a:cxnLst/>
              <a:rect l="l" t="t" r="r" b="b"/>
              <a:pathLst>
                <a:path w="1621" h="1035" extrusionOk="0">
                  <a:moveTo>
                    <a:pt x="1" y="1"/>
                  </a:moveTo>
                  <a:lnTo>
                    <a:pt x="1" y="86"/>
                  </a:lnTo>
                  <a:lnTo>
                    <a:pt x="1620" y="1035"/>
                  </a:lnTo>
                  <a:lnTo>
                    <a:pt x="1620" y="9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6600288" y="2034185"/>
              <a:ext cx="89959" cy="63016"/>
            </a:xfrm>
            <a:custGeom>
              <a:avLst/>
              <a:gdLst/>
              <a:ahLst/>
              <a:cxnLst/>
              <a:rect l="l" t="t" r="r" b="b"/>
              <a:pathLst>
                <a:path w="758" h="531" extrusionOk="0">
                  <a:moveTo>
                    <a:pt x="1" y="0"/>
                  </a:moveTo>
                  <a:lnTo>
                    <a:pt x="1" y="86"/>
                  </a:lnTo>
                  <a:lnTo>
                    <a:pt x="757" y="530"/>
                  </a:lnTo>
                  <a:lnTo>
                    <a:pt x="757" y="4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6864935" y="2216827"/>
              <a:ext cx="124614" cy="82123"/>
            </a:xfrm>
            <a:custGeom>
              <a:avLst/>
              <a:gdLst/>
              <a:ahLst/>
              <a:cxnLst/>
              <a:rect l="l" t="t" r="r" b="b"/>
              <a:pathLst>
                <a:path w="1050" h="692" extrusionOk="0">
                  <a:moveTo>
                    <a:pt x="0" y="0"/>
                  </a:moveTo>
                  <a:lnTo>
                    <a:pt x="0" y="81"/>
                  </a:lnTo>
                  <a:lnTo>
                    <a:pt x="1050" y="691"/>
                  </a:lnTo>
                  <a:lnTo>
                    <a:pt x="1050" y="6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6924748" y="2273673"/>
              <a:ext cx="64799" cy="47945"/>
            </a:xfrm>
            <a:custGeom>
              <a:avLst/>
              <a:gdLst/>
              <a:ahLst/>
              <a:cxnLst/>
              <a:rect l="l" t="t" r="r" b="b"/>
              <a:pathLst>
                <a:path w="546" h="404" extrusionOk="0">
                  <a:moveTo>
                    <a:pt x="1" y="0"/>
                  </a:moveTo>
                  <a:lnTo>
                    <a:pt x="1" y="86"/>
                  </a:lnTo>
                  <a:lnTo>
                    <a:pt x="546" y="404"/>
                  </a:lnTo>
                  <a:lnTo>
                    <a:pt x="546" y="3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6864935" y="2258720"/>
              <a:ext cx="124614" cy="82716"/>
            </a:xfrm>
            <a:custGeom>
              <a:avLst/>
              <a:gdLst/>
              <a:ahLst/>
              <a:cxnLst/>
              <a:rect l="l" t="t" r="r" b="b"/>
              <a:pathLst>
                <a:path w="1050" h="697" extrusionOk="0">
                  <a:moveTo>
                    <a:pt x="0" y="0"/>
                  </a:moveTo>
                  <a:lnTo>
                    <a:pt x="0" y="86"/>
                  </a:lnTo>
                  <a:lnTo>
                    <a:pt x="1050" y="696"/>
                  </a:lnTo>
                  <a:lnTo>
                    <a:pt x="1050" y="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6884635" y="2293967"/>
              <a:ext cx="104913" cy="69544"/>
            </a:xfrm>
            <a:custGeom>
              <a:avLst/>
              <a:gdLst/>
              <a:ahLst/>
              <a:cxnLst/>
              <a:rect l="l" t="t" r="r" b="b"/>
              <a:pathLst>
                <a:path w="884" h="586" extrusionOk="0">
                  <a:moveTo>
                    <a:pt x="1" y="1"/>
                  </a:moveTo>
                  <a:lnTo>
                    <a:pt x="1" y="82"/>
                  </a:lnTo>
                  <a:lnTo>
                    <a:pt x="884" y="586"/>
                  </a:lnTo>
                  <a:lnTo>
                    <a:pt x="884" y="5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6600288" y="2064092"/>
              <a:ext cx="184547" cy="117488"/>
            </a:xfrm>
            <a:custGeom>
              <a:avLst/>
              <a:gdLst/>
              <a:ahLst/>
              <a:cxnLst/>
              <a:rect l="l" t="t" r="r" b="b"/>
              <a:pathLst>
                <a:path w="1555" h="990" extrusionOk="0">
                  <a:moveTo>
                    <a:pt x="1" y="1"/>
                  </a:moveTo>
                  <a:lnTo>
                    <a:pt x="1" y="86"/>
                  </a:lnTo>
                  <a:lnTo>
                    <a:pt x="1555" y="989"/>
                  </a:lnTo>
                  <a:lnTo>
                    <a:pt x="1555" y="90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6690125" y="2136603"/>
              <a:ext cx="94707" cy="67763"/>
            </a:xfrm>
            <a:custGeom>
              <a:avLst/>
              <a:gdLst/>
              <a:ahLst/>
              <a:cxnLst/>
              <a:rect l="l" t="t" r="r" b="b"/>
              <a:pathLst>
                <a:path w="798" h="571" extrusionOk="0">
                  <a:moveTo>
                    <a:pt x="0" y="0"/>
                  </a:moveTo>
                  <a:lnTo>
                    <a:pt x="0" y="86"/>
                  </a:lnTo>
                  <a:lnTo>
                    <a:pt x="798" y="570"/>
                  </a:lnTo>
                  <a:lnTo>
                    <a:pt x="798" y="4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6600288" y="2106578"/>
              <a:ext cx="184547" cy="117488"/>
            </a:xfrm>
            <a:custGeom>
              <a:avLst/>
              <a:gdLst/>
              <a:ahLst/>
              <a:cxnLst/>
              <a:rect l="l" t="t" r="r" b="b"/>
              <a:pathLst>
                <a:path w="1555" h="990" extrusionOk="0">
                  <a:moveTo>
                    <a:pt x="1" y="1"/>
                  </a:moveTo>
                  <a:lnTo>
                    <a:pt x="1" y="87"/>
                  </a:lnTo>
                  <a:lnTo>
                    <a:pt x="1555" y="990"/>
                  </a:lnTo>
                  <a:lnTo>
                    <a:pt x="1555" y="9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6632686" y="2146690"/>
              <a:ext cx="152148" cy="100162"/>
            </a:xfrm>
            <a:custGeom>
              <a:avLst/>
              <a:gdLst/>
              <a:ahLst/>
              <a:cxnLst/>
              <a:rect l="l" t="t" r="r" b="b"/>
              <a:pathLst>
                <a:path w="1282" h="844" extrusionOk="0">
                  <a:moveTo>
                    <a:pt x="0" y="1"/>
                  </a:moveTo>
                  <a:lnTo>
                    <a:pt x="0" y="87"/>
                  </a:lnTo>
                  <a:lnTo>
                    <a:pt x="1282" y="843"/>
                  </a:lnTo>
                  <a:lnTo>
                    <a:pt x="1282" y="7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6864935" y="2308920"/>
              <a:ext cx="124614" cy="127101"/>
            </a:xfrm>
            <a:custGeom>
              <a:avLst/>
              <a:gdLst/>
              <a:ahLst/>
              <a:cxnLst/>
              <a:rect l="l" t="t" r="r" b="b"/>
              <a:pathLst>
                <a:path w="1050" h="1071" extrusionOk="0">
                  <a:moveTo>
                    <a:pt x="0" y="1"/>
                  </a:moveTo>
                  <a:lnTo>
                    <a:pt x="0" y="460"/>
                  </a:lnTo>
                  <a:lnTo>
                    <a:pt x="1050" y="1070"/>
                  </a:lnTo>
                  <a:lnTo>
                    <a:pt x="1050" y="6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6864935" y="2381431"/>
              <a:ext cx="124614" cy="82123"/>
            </a:xfrm>
            <a:custGeom>
              <a:avLst/>
              <a:gdLst/>
              <a:ahLst/>
              <a:cxnLst/>
              <a:rect l="l" t="t" r="r" b="b"/>
              <a:pathLst>
                <a:path w="1050" h="692" extrusionOk="0">
                  <a:moveTo>
                    <a:pt x="0" y="0"/>
                  </a:moveTo>
                  <a:lnTo>
                    <a:pt x="0" y="81"/>
                  </a:lnTo>
                  <a:lnTo>
                    <a:pt x="1050" y="691"/>
                  </a:lnTo>
                  <a:lnTo>
                    <a:pt x="1050" y="6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6864935" y="2403504"/>
              <a:ext cx="124614" cy="82835"/>
            </a:xfrm>
            <a:custGeom>
              <a:avLst/>
              <a:gdLst/>
              <a:ahLst/>
              <a:cxnLst/>
              <a:rect l="l" t="t" r="r" b="b"/>
              <a:pathLst>
                <a:path w="1050" h="698" extrusionOk="0">
                  <a:moveTo>
                    <a:pt x="0" y="1"/>
                  </a:moveTo>
                  <a:lnTo>
                    <a:pt x="0" y="87"/>
                  </a:lnTo>
                  <a:lnTo>
                    <a:pt x="1050" y="697"/>
                  </a:lnTo>
                  <a:lnTo>
                    <a:pt x="1050" y="6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6904454" y="2448483"/>
              <a:ext cx="85094" cy="57557"/>
            </a:xfrm>
            <a:custGeom>
              <a:avLst/>
              <a:gdLst/>
              <a:ahLst/>
              <a:cxnLst/>
              <a:rect l="l" t="t" r="r" b="b"/>
              <a:pathLst>
                <a:path w="717" h="485" extrusionOk="0">
                  <a:moveTo>
                    <a:pt x="0" y="0"/>
                  </a:moveTo>
                  <a:lnTo>
                    <a:pt x="0" y="86"/>
                  </a:lnTo>
                  <a:lnTo>
                    <a:pt x="717" y="485"/>
                  </a:lnTo>
                  <a:lnTo>
                    <a:pt x="717" y="3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6799663" y="2190719"/>
              <a:ext cx="50439" cy="63728"/>
            </a:xfrm>
            <a:custGeom>
              <a:avLst/>
              <a:gdLst/>
              <a:ahLst/>
              <a:cxnLst/>
              <a:rect l="l" t="t" r="r" b="b"/>
              <a:pathLst>
                <a:path w="425" h="537" extrusionOk="0">
                  <a:moveTo>
                    <a:pt x="109" y="1"/>
                  </a:moveTo>
                  <a:cubicBezTo>
                    <a:pt x="42" y="1"/>
                    <a:pt x="1" y="47"/>
                    <a:pt x="1" y="134"/>
                  </a:cubicBezTo>
                  <a:cubicBezTo>
                    <a:pt x="1" y="281"/>
                    <a:pt x="86" y="427"/>
                    <a:pt x="212" y="513"/>
                  </a:cubicBezTo>
                  <a:cubicBezTo>
                    <a:pt x="241" y="529"/>
                    <a:pt x="269" y="536"/>
                    <a:pt x="295" y="536"/>
                  </a:cubicBezTo>
                  <a:cubicBezTo>
                    <a:pt x="367" y="536"/>
                    <a:pt x="424" y="479"/>
                    <a:pt x="424" y="387"/>
                  </a:cubicBezTo>
                  <a:cubicBezTo>
                    <a:pt x="424" y="260"/>
                    <a:pt x="318" y="94"/>
                    <a:pt x="212" y="28"/>
                  </a:cubicBezTo>
                  <a:cubicBezTo>
                    <a:pt x="174" y="10"/>
                    <a:pt x="139" y="1"/>
                    <a:pt x="1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6600288" y="2159270"/>
              <a:ext cx="184547" cy="117488"/>
            </a:xfrm>
            <a:custGeom>
              <a:avLst/>
              <a:gdLst/>
              <a:ahLst/>
              <a:cxnLst/>
              <a:rect l="l" t="t" r="r" b="b"/>
              <a:pathLst>
                <a:path w="1555" h="990" extrusionOk="0">
                  <a:moveTo>
                    <a:pt x="1" y="1"/>
                  </a:moveTo>
                  <a:lnTo>
                    <a:pt x="1" y="81"/>
                  </a:lnTo>
                  <a:lnTo>
                    <a:pt x="1555" y="990"/>
                  </a:lnTo>
                  <a:lnTo>
                    <a:pt x="1555" y="9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6690125" y="2231781"/>
              <a:ext cx="94707" cy="64678"/>
            </a:xfrm>
            <a:custGeom>
              <a:avLst/>
              <a:gdLst/>
              <a:ahLst/>
              <a:cxnLst/>
              <a:rect l="l" t="t" r="r" b="b"/>
              <a:pathLst>
                <a:path w="798" h="545" extrusionOk="0">
                  <a:moveTo>
                    <a:pt x="0" y="0"/>
                  </a:moveTo>
                  <a:lnTo>
                    <a:pt x="0" y="81"/>
                  </a:lnTo>
                  <a:lnTo>
                    <a:pt x="798" y="545"/>
                  </a:lnTo>
                  <a:lnTo>
                    <a:pt x="798" y="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6600288" y="2201756"/>
              <a:ext cx="184547" cy="116895"/>
            </a:xfrm>
            <a:custGeom>
              <a:avLst/>
              <a:gdLst/>
              <a:ahLst/>
              <a:cxnLst/>
              <a:rect l="l" t="t" r="r" b="b"/>
              <a:pathLst>
                <a:path w="1555" h="985" extrusionOk="0">
                  <a:moveTo>
                    <a:pt x="1" y="1"/>
                  </a:moveTo>
                  <a:lnTo>
                    <a:pt x="1" y="82"/>
                  </a:lnTo>
                  <a:lnTo>
                    <a:pt x="1555" y="985"/>
                  </a:lnTo>
                  <a:lnTo>
                    <a:pt x="1555" y="9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6632686" y="2241275"/>
              <a:ext cx="152148" cy="100162"/>
            </a:xfrm>
            <a:custGeom>
              <a:avLst/>
              <a:gdLst/>
              <a:ahLst/>
              <a:cxnLst/>
              <a:rect l="l" t="t" r="r" b="b"/>
              <a:pathLst>
                <a:path w="1282" h="844" extrusionOk="0">
                  <a:moveTo>
                    <a:pt x="0" y="1"/>
                  </a:moveTo>
                  <a:lnTo>
                    <a:pt x="0" y="87"/>
                  </a:lnTo>
                  <a:lnTo>
                    <a:pt x="1282" y="843"/>
                  </a:lnTo>
                  <a:lnTo>
                    <a:pt x="1282" y="7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6799663" y="2284235"/>
              <a:ext cx="50439" cy="64203"/>
            </a:xfrm>
            <a:custGeom>
              <a:avLst/>
              <a:gdLst/>
              <a:ahLst/>
              <a:cxnLst/>
              <a:rect l="l" t="t" r="r" b="b"/>
              <a:pathLst>
                <a:path w="425" h="541" extrusionOk="0">
                  <a:moveTo>
                    <a:pt x="108" y="1"/>
                  </a:moveTo>
                  <a:cubicBezTo>
                    <a:pt x="41" y="1"/>
                    <a:pt x="1" y="57"/>
                    <a:pt x="1" y="143"/>
                  </a:cubicBezTo>
                  <a:cubicBezTo>
                    <a:pt x="1" y="290"/>
                    <a:pt x="86" y="441"/>
                    <a:pt x="212" y="501"/>
                  </a:cubicBezTo>
                  <a:cubicBezTo>
                    <a:pt x="246" y="528"/>
                    <a:pt x="279" y="540"/>
                    <a:pt x="309" y="540"/>
                  </a:cubicBezTo>
                  <a:cubicBezTo>
                    <a:pt x="374" y="540"/>
                    <a:pt x="424" y="482"/>
                    <a:pt x="424" y="396"/>
                  </a:cubicBezTo>
                  <a:cubicBezTo>
                    <a:pt x="424" y="249"/>
                    <a:pt x="318" y="103"/>
                    <a:pt x="212" y="37"/>
                  </a:cubicBezTo>
                  <a:cubicBezTo>
                    <a:pt x="173" y="12"/>
                    <a:pt x="138" y="1"/>
                    <a:pt x="1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6223728" y="2329925"/>
              <a:ext cx="808329" cy="466511"/>
            </a:xfrm>
            <a:custGeom>
              <a:avLst/>
              <a:gdLst/>
              <a:ahLst/>
              <a:cxnLst/>
              <a:rect l="l" t="t" r="r" b="b"/>
              <a:pathLst>
                <a:path w="6811" h="3931" extrusionOk="0">
                  <a:moveTo>
                    <a:pt x="2805" y="0"/>
                  </a:moveTo>
                  <a:cubicBezTo>
                    <a:pt x="2760" y="0"/>
                    <a:pt x="2712" y="11"/>
                    <a:pt x="2669" y="31"/>
                  </a:cubicBezTo>
                  <a:lnTo>
                    <a:pt x="147" y="1504"/>
                  </a:lnTo>
                  <a:lnTo>
                    <a:pt x="147" y="1463"/>
                  </a:lnTo>
                  <a:lnTo>
                    <a:pt x="1" y="1463"/>
                  </a:lnTo>
                  <a:lnTo>
                    <a:pt x="1" y="1630"/>
                  </a:lnTo>
                  <a:cubicBezTo>
                    <a:pt x="1" y="1650"/>
                    <a:pt x="21" y="1670"/>
                    <a:pt x="41" y="1695"/>
                  </a:cubicBezTo>
                  <a:lnTo>
                    <a:pt x="3890" y="3900"/>
                  </a:lnTo>
                  <a:cubicBezTo>
                    <a:pt x="3920" y="3920"/>
                    <a:pt x="3962" y="3930"/>
                    <a:pt x="4007" y="3930"/>
                  </a:cubicBezTo>
                  <a:cubicBezTo>
                    <a:pt x="4052" y="3930"/>
                    <a:pt x="4099" y="3920"/>
                    <a:pt x="4142" y="3900"/>
                  </a:cubicBezTo>
                  <a:lnTo>
                    <a:pt x="6745" y="2386"/>
                  </a:lnTo>
                  <a:cubicBezTo>
                    <a:pt x="6791" y="2366"/>
                    <a:pt x="6811" y="2346"/>
                    <a:pt x="6811" y="2301"/>
                  </a:cubicBezTo>
                  <a:lnTo>
                    <a:pt x="6811" y="2154"/>
                  </a:lnTo>
                  <a:lnTo>
                    <a:pt x="6685" y="2154"/>
                  </a:lnTo>
                  <a:lnTo>
                    <a:pt x="6685" y="2200"/>
                  </a:lnTo>
                  <a:lnTo>
                    <a:pt x="2922" y="31"/>
                  </a:lnTo>
                  <a:cubicBezTo>
                    <a:pt x="2891" y="11"/>
                    <a:pt x="2850" y="0"/>
                    <a:pt x="2805" y="0"/>
                  </a:cubicBezTo>
                  <a:close/>
                </a:path>
              </a:pathLst>
            </a:custGeom>
            <a:solidFill>
              <a:srgbClr val="00221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6221355" y="2310463"/>
              <a:ext cx="813195" cy="466511"/>
            </a:xfrm>
            <a:custGeom>
              <a:avLst/>
              <a:gdLst/>
              <a:ahLst/>
              <a:cxnLst/>
              <a:rect l="l" t="t" r="r" b="b"/>
              <a:pathLst>
                <a:path w="6852" h="3931" extrusionOk="0">
                  <a:moveTo>
                    <a:pt x="2838" y="0"/>
                  </a:moveTo>
                  <a:cubicBezTo>
                    <a:pt x="2790" y="0"/>
                    <a:pt x="2737" y="15"/>
                    <a:pt x="2689" y="48"/>
                  </a:cubicBezTo>
                  <a:lnTo>
                    <a:pt x="81" y="1542"/>
                  </a:lnTo>
                  <a:cubicBezTo>
                    <a:pt x="21" y="1582"/>
                    <a:pt x="1" y="1648"/>
                    <a:pt x="61" y="1688"/>
                  </a:cubicBezTo>
                  <a:lnTo>
                    <a:pt x="3910" y="3918"/>
                  </a:lnTo>
                  <a:cubicBezTo>
                    <a:pt x="3935" y="3926"/>
                    <a:pt x="3968" y="3931"/>
                    <a:pt x="4004" y="3931"/>
                  </a:cubicBezTo>
                  <a:cubicBezTo>
                    <a:pt x="4055" y="3931"/>
                    <a:pt x="4112" y="3921"/>
                    <a:pt x="4162" y="3897"/>
                  </a:cubicBezTo>
                  <a:lnTo>
                    <a:pt x="6765" y="2384"/>
                  </a:lnTo>
                  <a:cubicBezTo>
                    <a:pt x="6831" y="2339"/>
                    <a:pt x="6851" y="2278"/>
                    <a:pt x="6791" y="2238"/>
                  </a:cubicBezTo>
                  <a:lnTo>
                    <a:pt x="2942" y="28"/>
                  </a:lnTo>
                  <a:cubicBezTo>
                    <a:pt x="2914" y="10"/>
                    <a:pt x="2878" y="0"/>
                    <a:pt x="2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6371005" y="2334554"/>
              <a:ext cx="620934" cy="357093"/>
            </a:xfrm>
            <a:custGeom>
              <a:avLst/>
              <a:gdLst/>
              <a:ahLst/>
              <a:cxnLst/>
              <a:rect l="l" t="t" r="r" b="b"/>
              <a:pathLst>
                <a:path w="5232" h="3009" extrusionOk="0">
                  <a:moveTo>
                    <a:pt x="1581" y="0"/>
                  </a:moveTo>
                  <a:cubicBezTo>
                    <a:pt x="1537" y="0"/>
                    <a:pt x="1486" y="11"/>
                    <a:pt x="1449" y="37"/>
                  </a:cubicBezTo>
                  <a:lnTo>
                    <a:pt x="61" y="834"/>
                  </a:lnTo>
                  <a:cubicBezTo>
                    <a:pt x="1" y="875"/>
                    <a:pt x="1" y="920"/>
                    <a:pt x="41" y="960"/>
                  </a:cubicBezTo>
                  <a:lnTo>
                    <a:pt x="3572" y="2978"/>
                  </a:lnTo>
                  <a:cubicBezTo>
                    <a:pt x="3605" y="2998"/>
                    <a:pt x="3642" y="3008"/>
                    <a:pt x="3678" y="3008"/>
                  </a:cubicBezTo>
                  <a:cubicBezTo>
                    <a:pt x="3715" y="3008"/>
                    <a:pt x="3751" y="2998"/>
                    <a:pt x="3784" y="2978"/>
                  </a:cubicBezTo>
                  <a:lnTo>
                    <a:pt x="5171" y="2181"/>
                  </a:lnTo>
                  <a:cubicBezTo>
                    <a:pt x="5232" y="2136"/>
                    <a:pt x="5232" y="2095"/>
                    <a:pt x="5192" y="2055"/>
                  </a:cubicBezTo>
                  <a:lnTo>
                    <a:pt x="1660" y="17"/>
                  </a:lnTo>
                  <a:cubicBezTo>
                    <a:pt x="1643" y="6"/>
                    <a:pt x="1614" y="0"/>
                    <a:pt x="1581" y="0"/>
                  </a:cubicBezTo>
                  <a:close/>
                </a:path>
              </a:pathLst>
            </a:custGeom>
            <a:solidFill>
              <a:srgbClr val="00221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6410525" y="2539507"/>
              <a:ext cx="227628" cy="128169"/>
            </a:xfrm>
            <a:custGeom>
              <a:avLst/>
              <a:gdLst/>
              <a:ahLst/>
              <a:cxnLst/>
              <a:rect l="l" t="t" r="r" b="b"/>
              <a:pathLst>
                <a:path w="1918" h="1080" extrusionOk="0">
                  <a:moveTo>
                    <a:pt x="717" y="0"/>
                  </a:moveTo>
                  <a:cubicBezTo>
                    <a:pt x="680" y="0"/>
                    <a:pt x="644" y="10"/>
                    <a:pt x="611" y="30"/>
                  </a:cubicBezTo>
                  <a:lnTo>
                    <a:pt x="66" y="348"/>
                  </a:lnTo>
                  <a:cubicBezTo>
                    <a:pt x="1" y="388"/>
                    <a:pt x="1" y="434"/>
                    <a:pt x="66" y="474"/>
                  </a:cubicBezTo>
                  <a:lnTo>
                    <a:pt x="1095" y="1064"/>
                  </a:lnTo>
                  <a:cubicBezTo>
                    <a:pt x="1116" y="1075"/>
                    <a:pt x="1152" y="1080"/>
                    <a:pt x="1192" y="1080"/>
                  </a:cubicBezTo>
                  <a:cubicBezTo>
                    <a:pt x="1232" y="1080"/>
                    <a:pt x="1274" y="1075"/>
                    <a:pt x="1307" y="1064"/>
                  </a:cubicBezTo>
                  <a:lnTo>
                    <a:pt x="1832" y="747"/>
                  </a:lnTo>
                  <a:cubicBezTo>
                    <a:pt x="1892" y="706"/>
                    <a:pt x="1918" y="661"/>
                    <a:pt x="1852" y="620"/>
                  </a:cubicBezTo>
                  <a:lnTo>
                    <a:pt x="823" y="30"/>
                  </a:lnTo>
                  <a:cubicBezTo>
                    <a:pt x="790" y="10"/>
                    <a:pt x="754" y="0"/>
                    <a:pt x="717" y="0"/>
                  </a:cubicBezTo>
                  <a:close/>
                </a:path>
              </a:pathLst>
            </a:custGeom>
            <a:solidFill>
              <a:srgbClr val="00221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6917034" y="2563954"/>
              <a:ext cx="59933" cy="33704"/>
            </a:xfrm>
            <a:custGeom>
              <a:avLst/>
              <a:gdLst/>
              <a:ahLst/>
              <a:cxnLst/>
              <a:rect l="l" t="t" r="r" b="b"/>
              <a:pathLst>
                <a:path w="505" h="284" extrusionOk="0">
                  <a:moveTo>
                    <a:pt x="191" y="1"/>
                  </a:moveTo>
                  <a:cubicBezTo>
                    <a:pt x="176" y="1"/>
                    <a:pt x="159" y="6"/>
                    <a:pt x="147" y="16"/>
                  </a:cubicBezTo>
                  <a:lnTo>
                    <a:pt x="21" y="77"/>
                  </a:lnTo>
                  <a:cubicBezTo>
                    <a:pt x="0" y="102"/>
                    <a:pt x="0" y="122"/>
                    <a:pt x="21" y="142"/>
                  </a:cubicBezTo>
                  <a:lnTo>
                    <a:pt x="253" y="268"/>
                  </a:lnTo>
                  <a:cubicBezTo>
                    <a:pt x="275" y="278"/>
                    <a:pt x="297" y="283"/>
                    <a:pt x="315" y="283"/>
                  </a:cubicBezTo>
                  <a:cubicBezTo>
                    <a:pt x="333" y="283"/>
                    <a:pt x="348" y="278"/>
                    <a:pt x="358" y="268"/>
                  </a:cubicBezTo>
                  <a:lnTo>
                    <a:pt x="485" y="203"/>
                  </a:lnTo>
                  <a:cubicBezTo>
                    <a:pt x="505" y="182"/>
                    <a:pt x="505" y="162"/>
                    <a:pt x="485" y="142"/>
                  </a:cubicBezTo>
                  <a:lnTo>
                    <a:pt x="232" y="16"/>
                  </a:lnTo>
                  <a:cubicBezTo>
                    <a:pt x="222" y="6"/>
                    <a:pt x="207" y="1"/>
                    <a:pt x="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6869682" y="2536421"/>
              <a:ext cx="60052" cy="33704"/>
            </a:xfrm>
            <a:custGeom>
              <a:avLst/>
              <a:gdLst/>
              <a:ahLst/>
              <a:cxnLst/>
              <a:rect l="l" t="t" r="r" b="b"/>
              <a:pathLst>
                <a:path w="506" h="284" extrusionOk="0">
                  <a:moveTo>
                    <a:pt x="190" y="1"/>
                  </a:moveTo>
                  <a:cubicBezTo>
                    <a:pt x="174" y="1"/>
                    <a:pt x="157" y="6"/>
                    <a:pt x="147" y="16"/>
                  </a:cubicBezTo>
                  <a:lnTo>
                    <a:pt x="21" y="82"/>
                  </a:lnTo>
                  <a:cubicBezTo>
                    <a:pt x="1" y="102"/>
                    <a:pt x="1" y="122"/>
                    <a:pt x="21" y="142"/>
                  </a:cubicBezTo>
                  <a:lnTo>
                    <a:pt x="253" y="268"/>
                  </a:lnTo>
                  <a:cubicBezTo>
                    <a:pt x="273" y="278"/>
                    <a:pt x="295" y="283"/>
                    <a:pt x="314" y="283"/>
                  </a:cubicBezTo>
                  <a:cubicBezTo>
                    <a:pt x="332" y="283"/>
                    <a:pt x="349" y="278"/>
                    <a:pt x="359" y="268"/>
                  </a:cubicBezTo>
                  <a:lnTo>
                    <a:pt x="485" y="208"/>
                  </a:lnTo>
                  <a:cubicBezTo>
                    <a:pt x="505" y="182"/>
                    <a:pt x="505" y="162"/>
                    <a:pt x="485" y="142"/>
                  </a:cubicBezTo>
                  <a:lnTo>
                    <a:pt x="233" y="16"/>
                  </a:lnTo>
                  <a:cubicBezTo>
                    <a:pt x="223" y="6"/>
                    <a:pt x="206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6820076" y="2508888"/>
              <a:ext cx="62307" cy="33704"/>
            </a:xfrm>
            <a:custGeom>
              <a:avLst/>
              <a:gdLst/>
              <a:ahLst/>
              <a:cxnLst/>
              <a:rect l="l" t="t" r="r" b="b"/>
              <a:pathLst>
                <a:path w="525" h="284" extrusionOk="0">
                  <a:moveTo>
                    <a:pt x="209" y="1"/>
                  </a:moveTo>
                  <a:cubicBezTo>
                    <a:pt x="193" y="1"/>
                    <a:pt x="177" y="6"/>
                    <a:pt x="167" y="16"/>
                  </a:cubicBezTo>
                  <a:lnTo>
                    <a:pt x="40" y="81"/>
                  </a:lnTo>
                  <a:cubicBezTo>
                    <a:pt x="0" y="102"/>
                    <a:pt x="0" y="122"/>
                    <a:pt x="40" y="142"/>
                  </a:cubicBezTo>
                  <a:lnTo>
                    <a:pt x="273" y="268"/>
                  </a:lnTo>
                  <a:cubicBezTo>
                    <a:pt x="283" y="278"/>
                    <a:pt x="298" y="283"/>
                    <a:pt x="316" y="283"/>
                  </a:cubicBezTo>
                  <a:cubicBezTo>
                    <a:pt x="334" y="283"/>
                    <a:pt x="356" y="278"/>
                    <a:pt x="378" y="268"/>
                  </a:cubicBezTo>
                  <a:lnTo>
                    <a:pt x="484" y="208"/>
                  </a:lnTo>
                  <a:cubicBezTo>
                    <a:pt x="525" y="187"/>
                    <a:pt x="525" y="162"/>
                    <a:pt x="484" y="142"/>
                  </a:cubicBezTo>
                  <a:lnTo>
                    <a:pt x="252" y="16"/>
                  </a:lnTo>
                  <a:cubicBezTo>
                    <a:pt x="242" y="6"/>
                    <a:pt x="226" y="1"/>
                    <a:pt x="2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772724" y="2481356"/>
              <a:ext cx="62426" cy="34060"/>
            </a:xfrm>
            <a:custGeom>
              <a:avLst/>
              <a:gdLst/>
              <a:ahLst/>
              <a:cxnLst/>
              <a:rect l="l" t="t" r="r" b="b"/>
              <a:pathLst>
                <a:path w="526" h="287" extrusionOk="0">
                  <a:moveTo>
                    <a:pt x="206" y="1"/>
                  </a:moveTo>
                  <a:cubicBezTo>
                    <a:pt x="187" y="1"/>
                    <a:pt x="167" y="6"/>
                    <a:pt x="147" y="16"/>
                  </a:cubicBezTo>
                  <a:lnTo>
                    <a:pt x="41" y="81"/>
                  </a:lnTo>
                  <a:cubicBezTo>
                    <a:pt x="1" y="102"/>
                    <a:pt x="1" y="122"/>
                    <a:pt x="41" y="122"/>
                  </a:cubicBezTo>
                  <a:lnTo>
                    <a:pt x="273" y="268"/>
                  </a:lnTo>
                  <a:cubicBezTo>
                    <a:pt x="283" y="281"/>
                    <a:pt x="298" y="287"/>
                    <a:pt x="313" y="287"/>
                  </a:cubicBezTo>
                  <a:cubicBezTo>
                    <a:pt x="329" y="287"/>
                    <a:pt x="344" y="281"/>
                    <a:pt x="354" y="268"/>
                  </a:cubicBezTo>
                  <a:lnTo>
                    <a:pt x="480" y="208"/>
                  </a:lnTo>
                  <a:cubicBezTo>
                    <a:pt x="525" y="187"/>
                    <a:pt x="525" y="167"/>
                    <a:pt x="480" y="142"/>
                  </a:cubicBezTo>
                  <a:lnTo>
                    <a:pt x="253" y="16"/>
                  </a:lnTo>
                  <a:cubicBezTo>
                    <a:pt x="240" y="6"/>
                    <a:pt x="224" y="1"/>
                    <a:pt x="2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6724897" y="2453230"/>
              <a:ext cx="59933" cy="34890"/>
            </a:xfrm>
            <a:custGeom>
              <a:avLst/>
              <a:gdLst/>
              <a:ahLst/>
              <a:cxnLst/>
              <a:rect l="l" t="t" r="r" b="b"/>
              <a:pathLst>
                <a:path w="505" h="294" extrusionOk="0">
                  <a:moveTo>
                    <a:pt x="151" y="1"/>
                  </a:moveTo>
                  <a:lnTo>
                    <a:pt x="25" y="86"/>
                  </a:lnTo>
                  <a:cubicBezTo>
                    <a:pt x="0" y="107"/>
                    <a:pt x="0" y="127"/>
                    <a:pt x="25" y="127"/>
                  </a:cubicBezTo>
                  <a:lnTo>
                    <a:pt x="278" y="278"/>
                  </a:lnTo>
                  <a:cubicBezTo>
                    <a:pt x="288" y="288"/>
                    <a:pt x="303" y="293"/>
                    <a:pt x="318" y="293"/>
                  </a:cubicBezTo>
                  <a:cubicBezTo>
                    <a:pt x="333" y="293"/>
                    <a:pt x="348" y="288"/>
                    <a:pt x="358" y="278"/>
                  </a:cubicBezTo>
                  <a:lnTo>
                    <a:pt x="484" y="212"/>
                  </a:lnTo>
                  <a:cubicBezTo>
                    <a:pt x="505" y="192"/>
                    <a:pt x="505" y="172"/>
                    <a:pt x="484" y="152"/>
                  </a:cubicBezTo>
                  <a:lnTo>
                    <a:pt x="2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677546" y="2426290"/>
              <a:ext cx="59933" cy="34297"/>
            </a:xfrm>
            <a:custGeom>
              <a:avLst/>
              <a:gdLst/>
              <a:ahLst/>
              <a:cxnLst/>
              <a:rect l="l" t="t" r="r" b="b"/>
              <a:pathLst>
                <a:path w="505" h="289" extrusionOk="0">
                  <a:moveTo>
                    <a:pt x="147" y="1"/>
                  </a:moveTo>
                  <a:lnTo>
                    <a:pt x="21" y="81"/>
                  </a:lnTo>
                  <a:cubicBezTo>
                    <a:pt x="1" y="81"/>
                    <a:pt x="1" y="127"/>
                    <a:pt x="21" y="127"/>
                  </a:cubicBezTo>
                  <a:lnTo>
                    <a:pt x="273" y="273"/>
                  </a:lnTo>
                  <a:cubicBezTo>
                    <a:pt x="286" y="283"/>
                    <a:pt x="302" y="288"/>
                    <a:pt x="318" y="288"/>
                  </a:cubicBezTo>
                  <a:cubicBezTo>
                    <a:pt x="333" y="288"/>
                    <a:pt x="349" y="283"/>
                    <a:pt x="359" y="273"/>
                  </a:cubicBezTo>
                  <a:lnTo>
                    <a:pt x="485" y="207"/>
                  </a:lnTo>
                  <a:cubicBezTo>
                    <a:pt x="505" y="187"/>
                    <a:pt x="505" y="167"/>
                    <a:pt x="485" y="147"/>
                  </a:cubicBezTo>
                  <a:lnTo>
                    <a:pt x="2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6630313" y="2398757"/>
              <a:ext cx="59933" cy="34297"/>
            </a:xfrm>
            <a:custGeom>
              <a:avLst/>
              <a:gdLst/>
              <a:ahLst/>
              <a:cxnLst/>
              <a:rect l="l" t="t" r="r" b="b"/>
              <a:pathLst>
                <a:path w="505" h="289" extrusionOk="0">
                  <a:moveTo>
                    <a:pt x="146" y="1"/>
                  </a:moveTo>
                  <a:lnTo>
                    <a:pt x="20" y="81"/>
                  </a:lnTo>
                  <a:cubicBezTo>
                    <a:pt x="0" y="81"/>
                    <a:pt x="0" y="127"/>
                    <a:pt x="20" y="127"/>
                  </a:cubicBezTo>
                  <a:lnTo>
                    <a:pt x="252" y="273"/>
                  </a:lnTo>
                  <a:cubicBezTo>
                    <a:pt x="272" y="283"/>
                    <a:pt x="294" y="288"/>
                    <a:pt x="313" y="288"/>
                  </a:cubicBezTo>
                  <a:cubicBezTo>
                    <a:pt x="332" y="288"/>
                    <a:pt x="348" y="283"/>
                    <a:pt x="358" y="273"/>
                  </a:cubicBezTo>
                  <a:lnTo>
                    <a:pt x="484" y="187"/>
                  </a:lnTo>
                  <a:cubicBezTo>
                    <a:pt x="504" y="187"/>
                    <a:pt x="504" y="167"/>
                    <a:pt x="484" y="147"/>
                  </a:cubicBezTo>
                  <a:lnTo>
                    <a:pt x="2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6582961" y="2371225"/>
              <a:ext cx="59933" cy="34297"/>
            </a:xfrm>
            <a:custGeom>
              <a:avLst/>
              <a:gdLst/>
              <a:ahLst/>
              <a:cxnLst/>
              <a:rect l="l" t="t" r="r" b="b"/>
              <a:pathLst>
                <a:path w="505" h="289" extrusionOk="0">
                  <a:moveTo>
                    <a:pt x="147" y="1"/>
                  </a:moveTo>
                  <a:lnTo>
                    <a:pt x="21" y="86"/>
                  </a:lnTo>
                  <a:cubicBezTo>
                    <a:pt x="1" y="86"/>
                    <a:pt x="1" y="106"/>
                    <a:pt x="21" y="127"/>
                  </a:cubicBezTo>
                  <a:lnTo>
                    <a:pt x="253" y="273"/>
                  </a:lnTo>
                  <a:cubicBezTo>
                    <a:pt x="263" y="283"/>
                    <a:pt x="278" y="288"/>
                    <a:pt x="296" y="288"/>
                  </a:cubicBezTo>
                  <a:cubicBezTo>
                    <a:pt x="315" y="288"/>
                    <a:pt x="336" y="283"/>
                    <a:pt x="359" y="273"/>
                  </a:cubicBezTo>
                  <a:lnTo>
                    <a:pt x="485" y="187"/>
                  </a:lnTo>
                  <a:cubicBezTo>
                    <a:pt x="505" y="187"/>
                    <a:pt x="505" y="167"/>
                    <a:pt x="485" y="147"/>
                  </a:cubicBezTo>
                  <a:lnTo>
                    <a:pt x="2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6533236" y="2341912"/>
              <a:ext cx="62426" cy="34178"/>
            </a:xfrm>
            <a:custGeom>
              <a:avLst/>
              <a:gdLst/>
              <a:ahLst/>
              <a:cxnLst/>
              <a:rect l="l" t="t" r="r" b="b"/>
              <a:pathLst>
                <a:path w="526" h="288" extrusionOk="0">
                  <a:moveTo>
                    <a:pt x="206" y="0"/>
                  </a:moveTo>
                  <a:cubicBezTo>
                    <a:pt x="187" y="0"/>
                    <a:pt x="167" y="5"/>
                    <a:pt x="147" y="15"/>
                  </a:cubicBezTo>
                  <a:lnTo>
                    <a:pt x="41" y="101"/>
                  </a:lnTo>
                  <a:cubicBezTo>
                    <a:pt x="1" y="101"/>
                    <a:pt x="1" y="121"/>
                    <a:pt x="41" y="142"/>
                  </a:cubicBezTo>
                  <a:lnTo>
                    <a:pt x="273" y="288"/>
                  </a:lnTo>
                  <a:lnTo>
                    <a:pt x="379" y="288"/>
                  </a:lnTo>
                  <a:lnTo>
                    <a:pt x="480" y="207"/>
                  </a:lnTo>
                  <a:cubicBezTo>
                    <a:pt x="525" y="207"/>
                    <a:pt x="525" y="162"/>
                    <a:pt x="480" y="162"/>
                  </a:cubicBezTo>
                  <a:lnTo>
                    <a:pt x="253" y="15"/>
                  </a:lnTo>
                  <a:cubicBezTo>
                    <a:pt x="240" y="5"/>
                    <a:pt x="224" y="0"/>
                    <a:pt x="2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6859595" y="2570600"/>
              <a:ext cx="82720" cy="46758"/>
            </a:xfrm>
            <a:custGeom>
              <a:avLst/>
              <a:gdLst/>
              <a:ahLst/>
              <a:cxnLst/>
              <a:rect l="l" t="t" r="r" b="b"/>
              <a:pathLst>
                <a:path w="697" h="394" extrusionOk="0">
                  <a:moveTo>
                    <a:pt x="151" y="0"/>
                  </a:moveTo>
                  <a:lnTo>
                    <a:pt x="25" y="86"/>
                  </a:lnTo>
                  <a:cubicBezTo>
                    <a:pt x="0" y="86"/>
                    <a:pt x="0" y="126"/>
                    <a:pt x="25" y="126"/>
                  </a:cubicBezTo>
                  <a:lnTo>
                    <a:pt x="464" y="379"/>
                  </a:lnTo>
                  <a:cubicBezTo>
                    <a:pt x="474" y="389"/>
                    <a:pt x="491" y="394"/>
                    <a:pt x="507" y="394"/>
                  </a:cubicBezTo>
                  <a:cubicBezTo>
                    <a:pt x="523" y="394"/>
                    <a:pt x="540" y="389"/>
                    <a:pt x="550" y="379"/>
                  </a:cubicBezTo>
                  <a:lnTo>
                    <a:pt x="676" y="318"/>
                  </a:lnTo>
                  <a:cubicBezTo>
                    <a:pt x="696" y="298"/>
                    <a:pt x="696" y="273"/>
                    <a:pt x="676" y="253"/>
                  </a:cubicBezTo>
                  <a:lnTo>
                    <a:pt x="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812243" y="2543067"/>
              <a:ext cx="60052" cy="34772"/>
            </a:xfrm>
            <a:custGeom>
              <a:avLst/>
              <a:gdLst/>
              <a:ahLst/>
              <a:cxnLst/>
              <a:rect l="l" t="t" r="r" b="b"/>
              <a:pathLst>
                <a:path w="506" h="293" extrusionOk="0">
                  <a:moveTo>
                    <a:pt x="147" y="0"/>
                  </a:moveTo>
                  <a:lnTo>
                    <a:pt x="21" y="86"/>
                  </a:lnTo>
                  <a:cubicBezTo>
                    <a:pt x="1" y="86"/>
                    <a:pt x="1" y="106"/>
                    <a:pt x="21" y="126"/>
                  </a:cubicBezTo>
                  <a:lnTo>
                    <a:pt x="273" y="278"/>
                  </a:lnTo>
                  <a:cubicBezTo>
                    <a:pt x="286" y="288"/>
                    <a:pt x="302" y="293"/>
                    <a:pt x="318" y="293"/>
                  </a:cubicBezTo>
                  <a:cubicBezTo>
                    <a:pt x="333" y="293"/>
                    <a:pt x="349" y="288"/>
                    <a:pt x="359" y="278"/>
                  </a:cubicBezTo>
                  <a:lnTo>
                    <a:pt x="485" y="192"/>
                  </a:lnTo>
                  <a:cubicBezTo>
                    <a:pt x="505" y="192"/>
                    <a:pt x="505" y="172"/>
                    <a:pt x="485" y="152"/>
                  </a:cubicBezTo>
                  <a:lnTo>
                    <a:pt x="2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6765010" y="2513873"/>
              <a:ext cx="59933" cy="34653"/>
            </a:xfrm>
            <a:custGeom>
              <a:avLst/>
              <a:gdLst/>
              <a:ahLst/>
              <a:cxnLst/>
              <a:rect l="l" t="t" r="r" b="b"/>
              <a:pathLst>
                <a:path w="505" h="292" extrusionOk="0">
                  <a:moveTo>
                    <a:pt x="189" y="0"/>
                  </a:moveTo>
                  <a:cubicBezTo>
                    <a:pt x="173" y="0"/>
                    <a:pt x="156" y="7"/>
                    <a:pt x="146" y="19"/>
                  </a:cubicBezTo>
                  <a:lnTo>
                    <a:pt x="20" y="100"/>
                  </a:lnTo>
                  <a:cubicBezTo>
                    <a:pt x="0" y="100"/>
                    <a:pt x="0" y="120"/>
                    <a:pt x="20" y="145"/>
                  </a:cubicBezTo>
                  <a:lnTo>
                    <a:pt x="252" y="292"/>
                  </a:lnTo>
                  <a:lnTo>
                    <a:pt x="358" y="292"/>
                  </a:lnTo>
                  <a:lnTo>
                    <a:pt x="484" y="206"/>
                  </a:lnTo>
                  <a:cubicBezTo>
                    <a:pt x="504" y="206"/>
                    <a:pt x="504" y="166"/>
                    <a:pt x="484" y="166"/>
                  </a:cubicBezTo>
                  <a:lnTo>
                    <a:pt x="232" y="19"/>
                  </a:lnTo>
                  <a:cubicBezTo>
                    <a:pt x="222" y="7"/>
                    <a:pt x="206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6717658" y="2486815"/>
              <a:ext cx="59933" cy="34178"/>
            </a:xfrm>
            <a:custGeom>
              <a:avLst/>
              <a:gdLst/>
              <a:ahLst/>
              <a:cxnLst/>
              <a:rect l="l" t="t" r="r" b="b"/>
              <a:pathLst>
                <a:path w="505" h="288" extrusionOk="0">
                  <a:moveTo>
                    <a:pt x="190" y="0"/>
                  </a:moveTo>
                  <a:cubicBezTo>
                    <a:pt x="173" y="0"/>
                    <a:pt x="157" y="5"/>
                    <a:pt x="147" y="15"/>
                  </a:cubicBezTo>
                  <a:lnTo>
                    <a:pt x="21" y="76"/>
                  </a:lnTo>
                  <a:cubicBezTo>
                    <a:pt x="1" y="96"/>
                    <a:pt x="1" y="121"/>
                    <a:pt x="21" y="141"/>
                  </a:cubicBezTo>
                  <a:lnTo>
                    <a:pt x="253" y="288"/>
                  </a:lnTo>
                  <a:lnTo>
                    <a:pt x="359" y="288"/>
                  </a:lnTo>
                  <a:lnTo>
                    <a:pt x="485" y="202"/>
                  </a:lnTo>
                  <a:cubicBezTo>
                    <a:pt x="505" y="202"/>
                    <a:pt x="505" y="162"/>
                    <a:pt x="485" y="162"/>
                  </a:cubicBezTo>
                  <a:lnTo>
                    <a:pt x="233" y="15"/>
                  </a:lnTo>
                  <a:cubicBezTo>
                    <a:pt x="222" y="5"/>
                    <a:pt x="206" y="0"/>
                    <a:pt x="1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6667933" y="2459282"/>
              <a:ext cx="62426" cy="34178"/>
            </a:xfrm>
            <a:custGeom>
              <a:avLst/>
              <a:gdLst/>
              <a:ahLst/>
              <a:cxnLst/>
              <a:rect l="l" t="t" r="r" b="b"/>
              <a:pathLst>
                <a:path w="526" h="288" extrusionOk="0">
                  <a:moveTo>
                    <a:pt x="206" y="0"/>
                  </a:moveTo>
                  <a:cubicBezTo>
                    <a:pt x="187" y="0"/>
                    <a:pt x="167" y="5"/>
                    <a:pt x="147" y="15"/>
                  </a:cubicBezTo>
                  <a:lnTo>
                    <a:pt x="41" y="76"/>
                  </a:lnTo>
                  <a:cubicBezTo>
                    <a:pt x="1" y="101"/>
                    <a:pt x="1" y="121"/>
                    <a:pt x="41" y="141"/>
                  </a:cubicBezTo>
                  <a:lnTo>
                    <a:pt x="273" y="288"/>
                  </a:lnTo>
                  <a:lnTo>
                    <a:pt x="379" y="288"/>
                  </a:lnTo>
                  <a:lnTo>
                    <a:pt x="480" y="202"/>
                  </a:lnTo>
                  <a:cubicBezTo>
                    <a:pt x="525" y="182"/>
                    <a:pt x="525" y="161"/>
                    <a:pt x="480" y="161"/>
                  </a:cubicBezTo>
                  <a:lnTo>
                    <a:pt x="253" y="15"/>
                  </a:lnTo>
                  <a:cubicBezTo>
                    <a:pt x="240" y="5"/>
                    <a:pt x="224" y="0"/>
                    <a:pt x="2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6620106" y="2431749"/>
              <a:ext cx="59933" cy="33585"/>
            </a:xfrm>
            <a:custGeom>
              <a:avLst/>
              <a:gdLst/>
              <a:ahLst/>
              <a:cxnLst/>
              <a:rect l="l" t="t" r="r" b="b"/>
              <a:pathLst>
                <a:path w="505" h="283" extrusionOk="0">
                  <a:moveTo>
                    <a:pt x="202" y="0"/>
                  </a:moveTo>
                  <a:cubicBezTo>
                    <a:pt x="182" y="0"/>
                    <a:pt x="162" y="5"/>
                    <a:pt x="152" y="15"/>
                  </a:cubicBezTo>
                  <a:lnTo>
                    <a:pt x="25" y="81"/>
                  </a:lnTo>
                  <a:cubicBezTo>
                    <a:pt x="0" y="101"/>
                    <a:pt x="0" y="121"/>
                    <a:pt x="25" y="141"/>
                  </a:cubicBezTo>
                  <a:lnTo>
                    <a:pt x="278" y="267"/>
                  </a:lnTo>
                  <a:cubicBezTo>
                    <a:pt x="288" y="277"/>
                    <a:pt x="303" y="283"/>
                    <a:pt x="318" y="283"/>
                  </a:cubicBezTo>
                  <a:cubicBezTo>
                    <a:pt x="333" y="283"/>
                    <a:pt x="348" y="277"/>
                    <a:pt x="358" y="267"/>
                  </a:cubicBezTo>
                  <a:lnTo>
                    <a:pt x="485" y="207"/>
                  </a:lnTo>
                  <a:cubicBezTo>
                    <a:pt x="505" y="182"/>
                    <a:pt x="505" y="161"/>
                    <a:pt x="485" y="161"/>
                  </a:cubicBezTo>
                  <a:lnTo>
                    <a:pt x="252" y="15"/>
                  </a:lnTo>
                  <a:cubicBezTo>
                    <a:pt x="242" y="5"/>
                    <a:pt x="222" y="0"/>
                    <a:pt x="2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6572755" y="2404098"/>
              <a:ext cx="60052" cy="33704"/>
            </a:xfrm>
            <a:custGeom>
              <a:avLst/>
              <a:gdLst/>
              <a:ahLst/>
              <a:cxnLst/>
              <a:rect l="l" t="t" r="r" b="b"/>
              <a:pathLst>
                <a:path w="506" h="284" extrusionOk="0">
                  <a:moveTo>
                    <a:pt x="194" y="1"/>
                  </a:moveTo>
                  <a:cubicBezTo>
                    <a:pt x="176" y="1"/>
                    <a:pt x="160" y="6"/>
                    <a:pt x="147" y="16"/>
                  </a:cubicBezTo>
                  <a:lnTo>
                    <a:pt x="21" y="82"/>
                  </a:lnTo>
                  <a:cubicBezTo>
                    <a:pt x="1" y="102"/>
                    <a:pt x="1" y="122"/>
                    <a:pt x="21" y="142"/>
                  </a:cubicBezTo>
                  <a:lnTo>
                    <a:pt x="273" y="268"/>
                  </a:lnTo>
                  <a:cubicBezTo>
                    <a:pt x="286" y="278"/>
                    <a:pt x="302" y="283"/>
                    <a:pt x="318" y="283"/>
                  </a:cubicBezTo>
                  <a:cubicBezTo>
                    <a:pt x="334" y="283"/>
                    <a:pt x="349" y="278"/>
                    <a:pt x="359" y="268"/>
                  </a:cubicBezTo>
                  <a:lnTo>
                    <a:pt x="485" y="208"/>
                  </a:lnTo>
                  <a:cubicBezTo>
                    <a:pt x="505" y="188"/>
                    <a:pt x="505" y="162"/>
                    <a:pt x="485" y="142"/>
                  </a:cubicBezTo>
                  <a:lnTo>
                    <a:pt x="253" y="16"/>
                  </a:lnTo>
                  <a:cubicBezTo>
                    <a:pt x="233" y="6"/>
                    <a:pt x="213" y="1"/>
                    <a:pt x="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6500362" y="2361612"/>
              <a:ext cx="85094" cy="49131"/>
            </a:xfrm>
            <a:custGeom>
              <a:avLst/>
              <a:gdLst/>
              <a:ahLst/>
              <a:cxnLst/>
              <a:rect l="l" t="t" r="r" b="b"/>
              <a:pathLst>
                <a:path w="717" h="414" extrusionOk="0">
                  <a:moveTo>
                    <a:pt x="192" y="1"/>
                  </a:moveTo>
                  <a:cubicBezTo>
                    <a:pt x="177" y="1"/>
                    <a:pt x="162" y="6"/>
                    <a:pt x="152" y="16"/>
                  </a:cubicBezTo>
                  <a:lnTo>
                    <a:pt x="26" y="82"/>
                  </a:lnTo>
                  <a:cubicBezTo>
                    <a:pt x="0" y="102"/>
                    <a:pt x="0" y="122"/>
                    <a:pt x="26" y="142"/>
                  </a:cubicBezTo>
                  <a:lnTo>
                    <a:pt x="464" y="394"/>
                  </a:lnTo>
                  <a:cubicBezTo>
                    <a:pt x="475" y="407"/>
                    <a:pt x="491" y="413"/>
                    <a:pt x="510" y="413"/>
                  </a:cubicBezTo>
                  <a:cubicBezTo>
                    <a:pt x="529" y="413"/>
                    <a:pt x="550" y="407"/>
                    <a:pt x="570" y="394"/>
                  </a:cubicBezTo>
                  <a:lnTo>
                    <a:pt x="676" y="334"/>
                  </a:lnTo>
                  <a:cubicBezTo>
                    <a:pt x="717" y="314"/>
                    <a:pt x="717" y="293"/>
                    <a:pt x="676" y="268"/>
                  </a:cubicBezTo>
                  <a:lnTo>
                    <a:pt x="232" y="16"/>
                  </a:lnTo>
                  <a:cubicBezTo>
                    <a:pt x="222" y="6"/>
                    <a:pt x="207" y="1"/>
                    <a:pt x="1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6792543" y="2608932"/>
              <a:ext cx="82127" cy="48538"/>
            </a:xfrm>
            <a:custGeom>
              <a:avLst/>
              <a:gdLst/>
              <a:ahLst/>
              <a:cxnLst/>
              <a:rect l="l" t="t" r="r" b="b"/>
              <a:pathLst>
                <a:path w="692" h="409" extrusionOk="0">
                  <a:moveTo>
                    <a:pt x="189" y="0"/>
                  </a:moveTo>
                  <a:cubicBezTo>
                    <a:pt x="173" y="0"/>
                    <a:pt x="156" y="5"/>
                    <a:pt x="146" y="15"/>
                  </a:cubicBezTo>
                  <a:lnTo>
                    <a:pt x="20" y="76"/>
                  </a:lnTo>
                  <a:cubicBezTo>
                    <a:pt x="0" y="101"/>
                    <a:pt x="0" y="121"/>
                    <a:pt x="20" y="141"/>
                  </a:cubicBezTo>
                  <a:lnTo>
                    <a:pt x="464" y="394"/>
                  </a:lnTo>
                  <a:cubicBezTo>
                    <a:pt x="474" y="404"/>
                    <a:pt x="489" y="409"/>
                    <a:pt x="505" y="409"/>
                  </a:cubicBezTo>
                  <a:cubicBezTo>
                    <a:pt x="520" y="409"/>
                    <a:pt x="535" y="404"/>
                    <a:pt x="545" y="394"/>
                  </a:cubicBezTo>
                  <a:lnTo>
                    <a:pt x="671" y="308"/>
                  </a:lnTo>
                  <a:cubicBezTo>
                    <a:pt x="691" y="308"/>
                    <a:pt x="691" y="288"/>
                    <a:pt x="671" y="268"/>
                  </a:cubicBezTo>
                  <a:lnTo>
                    <a:pt x="232" y="15"/>
                  </a:lnTo>
                  <a:cubicBezTo>
                    <a:pt x="222" y="5"/>
                    <a:pt x="206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6745191" y="2581399"/>
              <a:ext cx="60052" cy="33585"/>
            </a:xfrm>
            <a:custGeom>
              <a:avLst/>
              <a:gdLst/>
              <a:ahLst/>
              <a:cxnLst/>
              <a:rect l="l" t="t" r="r" b="b"/>
              <a:pathLst>
                <a:path w="506" h="283" extrusionOk="0">
                  <a:moveTo>
                    <a:pt x="188" y="0"/>
                  </a:moveTo>
                  <a:cubicBezTo>
                    <a:pt x="172" y="0"/>
                    <a:pt x="157" y="5"/>
                    <a:pt x="147" y="15"/>
                  </a:cubicBezTo>
                  <a:lnTo>
                    <a:pt x="21" y="81"/>
                  </a:lnTo>
                  <a:cubicBezTo>
                    <a:pt x="1" y="101"/>
                    <a:pt x="1" y="121"/>
                    <a:pt x="21" y="141"/>
                  </a:cubicBezTo>
                  <a:lnTo>
                    <a:pt x="253" y="267"/>
                  </a:lnTo>
                  <a:cubicBezTo>
                    <a:pt x="273" y="278"/>
                    <a:pt x="293" y="283"/>
                    <a:pt x="311" y="283"/>
                  </a:cubicBezTo>
                  <a:cubicBezTo>
                    <a:pt x="330" y="283"/>
                    <a:pt x="346" y="278"/>
                    <a:pt x="359" y="267"/>
                  </a:cubicBezTo>
                  <a:lnTo>
                    <a:pt x="485" y="207"/>
                  </a:lnTo>
                  <a:cubicBezTo>
                    <a:pt x="505" y="182"/>
                    <a:pt x="505" y="162"/>
                    <a:pt x="485" y="162"/>
                  </a:cubicBezTo>
                  <a:lnTo>
                    <a:pt x="233" y="15"/>
                  </a:lnTo>
                  <a:cubicBezTo>
                    <a:pt x="220" y="5"/>
                    <a:pt x="204" y="0"/>
                    <a:pt x="1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6697958" y="2553867"/>
              <a:ext cx="59933" cy="33585"/>
            </a:xfrm>
            <a:custGeom>
              <a:avLst/>
              <a:gdLst/>
              <a:ahLst/>
              <a:cxnLst/>
              <a:rect l="l" t="t" r="r" b="b"/>
              <a:pathLst>
                <a:path w="505" h="283" extrusionOk="0">
                  <a:moveTo>
                    <a:pt x="187" y="0"/>
                  </a:moveTo>
                  <a:cubicBezTo>
                    <a:pt x="172" y="0"/>
                    <a:pt x="156" y="5"/>
                    <a:pt x="146" y="15"/>
                  </a:cubicBezTo>
                  <a:lnTo>
                    <a:pt x="20" y="81"/>
                  </a:lnTo>
                  <a:cubicBezTo>
                    <a:pt x="0" y="101"/>
                    <a:pt x="0" y="121"/>
                    <a:pt x="20" y="141"/>
                  </a:cubicBezTo>
                  <a:lnTo>
                    <a:pt x="252" y="267"/>
                  </a:lnTo>
                  <a:cubicBezTo>
                    <a:pt x="262" y="278"/>
                    <a:pt x="278" y="283"/>
                    <a:pt x="295" y="283"/>
                  </a:cubicBezTo>
                  <a:cubicBezTo>
                    <a:pt x="313" y="283"/>
                    <a:pt x="333" y="278"/>
                    <a:pt x="353" y="267"/>
                  </a:cubicBezTo>
                  <a:lnTo>
                    <a:pt x="479" y="207"/>
                  </a:lnTo>
                  <a:cubicBezTo>
                    <a:pt x="505" y="187"/>
                    <a:pt x="505" y="162"/>
                    <a:pt x="479" y="141"/>
                  </a:cubicBezTo>
                  <a:lnTo>
                    <a:pt x="227" y="15"/>
                  </a:lnTo>
                  <a:cubicBezTo>
                    <a:pt x="217" y="5"/>
                    <a:pt x="202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6647639" y="2526334"/>
              <a:ext cx="62307" cy="34060"/>
            </a:xfrm>
            <a:custGeom>
              <a:avLst/>
              <a:gdLst/>
              <a:ahLst/>
              <a:cxnLst/>
              <a:rect l="l" t="t" r="r" b="b"/>
              <a:pathLst>
                <a:path w="525" h="287" extrusionOk="0">
                  <a:moveTo>
                    <a:pt x="209" y="0"/>
                  </a:moveTo>
                  <a:cubicBezTo>
                    <a:pt x="191" y="0"/>
                    <a:pt x="169" y="5"/>
                    <a:pt x="147" y="15"/>
                  </a:cubicBezTo>
                  <a:lnTo>
                    <a:pt x="46" y="81"/>
                  </a:lnTo>
                  <a:cubicBezTo>
                    <a:pt x="0" y="101"/>
                    <a:pt x="0" y="121"/>
                    <a:pt x="46" y="141"/>
                  </a:cubicBezTo>
                  <a:lnTo>
                    <a:pt x="273" y="267"/>
                  </a:lnTo>
                  <a:cubicBezTo>
                    <a:pt x="285" y="280"/>
                    <a:pt x="302" y="286"/>
                    <a:pt x="320" y="286"/>
                  </a:cubicBezTo>
                  <a:cubicBezTo>
                    <a:pt x="338" y="286"/>
                    <a:pt x="358" y="280"/>
                    <a:pt x="379" y="267"/>
                  </a:cubicBezTo>
                  <a:lnTo>
                    <a:pt x="485" y="207"/>
                  </a:lnTo>
                  <a:cubicBezTo>
                    <a:pt x="525" y="187"/>
                    <a:pt x="525" y="167"/>
                    <a:pt x="485" y="141"/>
                  </a:cubicBezTo>
                  <a:lnTo>
                    <a:pt x="253" y="15"/>
                  </a:lnTo>
                  <a:cubicBezTo>
                    <a:pt x="242" y="5"/>
                    <a:pt x="227" y="0"/>
                    <a:pt x="2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6600288" y="2498920"/>
              <a:ext cx="60052" cy="34060"/>
            </a:xfrm>
            <a:custGeom>
              <a:avLst/>
              <a:gdLst/>
              <a:ahLst/>
              <a:cxnLst/>
              <a:rect l="l" t="t" r="r" b="b"/>
              <a:pathLst>
                <a:path w="506" h="287" extrusionOk="0">
                  <a:moveTo>
                    <a:pt x="210" y="0"/>
                  </a:moveTo>
                  <a:cubicBezTo>
                    <a:pt x="191" y="0"/>
                    <a:pt x="170" y="7"/>
                    <a:pt x="147" y="19"/>
                  </a:cubicBezTo>
                  <a:lnTo>
                    <a:pt x="21" y="80"/>
                  </a:lnTo>
                  <a:cubicBezTo>
                    <a:pt x="1" y="100"/>
                    <a:pt x="1" y="120"/>
                    <a:pt x="21" y="145"/>
                  </a:cubicBezTo>
                  <a:lnTo>
                    <a:pt x="273" y="271"/>
                  </a:lnTo>
                  <a:cubicBezTo>
                    <a:pt x="283" y="281"/>
                    <a:pt x="300" y="287"/>
                    <a:pt x="316" y="287"/>
                  </a:cubicBezTo>
                  <a:cubicBezTo>
                    <a:pt x="332" y="287"/>
                    <a:pt x="349" y="281"/>
                    <a:pt x="359" y="271"/>
                  </a:cubicBezTo>
                  <a:lnTo>
                    <a:pt x="485" y="206"/>
                  </a:lnTo>
                  <a:cubicBezTo>
                    <a:pt x="505" y="186"/>
                    <a:pt x="505" y="165"/>
                    <a:pt x="485" y="145"/>
                  </a:cubicBezTo>
                  <a:lnTo>
                    <a:pt x="253" y="19"/>
                  </a:lnTo>
                  <a:cubicBezTo>
                    <a:pt x="243" y="7"/>
                    <a:pt x="228" y="0"/>
                    <a:pt x="2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6553054" y="2471862"/>
              <a:ext cx="59933" cy="33585"/>
            </a:xfrm>
            <a:custGeom>
              <a:avLst/>
              <a:gdLst/>
              <a:ahLst/>
              <a:cxnLst/>
              <a:rect l="l" t="t" r="r" b="b"/>
              <a:pathLst>
                <a:path w="505" h="283" extrusionOk="0">
                  <a:moveTo>
                    <a:pt x="192" y="0"/>
                  </a:moveTo>
                  <a:cubicBezTo>
                    <a:pt x="173" y="0"/>
                    <a:pt x="157" y="5"/>
                    <a:pt x="147" y="15"/>
                  </a:cubicBezTo>
                  <a:lnTo>
                    <a:pt x="20" y="76"/>
                  </a:lnTo>
                  <a:cubicBezTo>
                    <a:pt x="0" y="96"/>
                    <a:pt x="0" y="121"/>
                    <a:pt x="20" y="141"/>
                  </a:cubicBezTo>
                  <a:lnTo>
                    <a:pt x="273" y="267"/>
                  </a:lnTo>
                  <a:cubicBezTo>
                    <a:pt x="283" y="277"/>
                    <a:pt x="299" y="282"/>
                    <a:pt x="316" y="282"/>
                  </a:cubicBezTo>
                  <a:cubicBezTo>
                    <a:pt x="332" y="282"/>
                    <a:pt x="348" y="277"/>
                    <a:pt x="358" y="267"/>
                  </a:cubicBezTo>
                  <a:lnTo>
                    <a:pt x="485" y="202"/>
                  </a:lnTo>
                  <a:cubicBezTo>
                    <a:pt x="505" y="182"/>
                    <a:pt x="505" y="161"/>
                    <a:pt x="485" y="141"/>
                  </a:cubicBezTo>
                  <a:lnTo>
                    <a:pt x="253" y="15"/>
                  </a:lnTo>
                  <a:cubicBezTo>
                    <a:pt x="232" y="5"/>
                    <a:pt x="211" y="0"/>
                    <a:pt x="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6505703" y="2444210"/>
              <a:ext cx="60052" cy="33704"/>
            </a:xfrm>
            <a:custGeom>
              <a:avLst/>
              <a:gdLst/>
              <a:ahLst/>
              <a:cxnLst/>
              <a:rect l="l" t="t" r="r" b="b"/>
              <a:pathLst>
                <a:path w="506" h="284" extrusionOk="0">
                  <a:moveTo>
                    <a:pt x="188" y="1"/>
                  </a:moveTo>
                  <a:cubicBezTo>
                    <a:pt x="172" y="1"/>
                    <a:pt x="157" y="6"/>
                    <a:pt x="147" y="16"/>
                  </a:cubicBezTo>
                  <a:lnTo>
                    <a:pt x="21" y="77"/>
                  </a:lnTo>
                  <a:cubicBezTo>
                    <a:pt x="1" y="102"/>
                    <a:pt x="1" y="122"/>
                    <a:pt x="21" y="142"/>
                  </a:cubicBezTo>
                  <a:lnTo>
                    <a:pt x="273" y="268"/>
                  </a:lnTo>
                  <a:cubicBezTo>
                    <a:pt x="283" y="278"/>
                    <a:pt x="298" y="283"/>
                    <a:pt x="314" y="283"/>
                  </a:cubicBezTo>
                  <a:cubicBezTo>
                    <a:pt x="330" y="283"/>
                    <a:pt x="346" y="278"/>
                    <a:pt x="359" y="268"/>
                  </a:cubicBezTo>
                  <a:lnTo>
                    <a:pt x="485" y="203"/>
                  </a:lnTo>
                  <a:cubicBezTo>
                    <a:pt x="505" y="183"/>
                    <a:pt x="505" y="162"/>
                    <a:pt x="485" y="142"/>
                  </a:cubicBezTo>
                  <a:lnTo>
                    <a:pt x="233" y="16"/>
                  </a:lnTo>
                  <a:cubicBezTo>
                    <a:pt x="220" y="6"/>
                    <a:pt x="204" y="1"/>
                    <a:pt x="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6433310" y="2401724"/>
              <a:ext cx="82127" cy="46877"/>
            </a:xfrm>
            <a:custGeom>
              <a:avLst/>
              <a:gdLst/>
              <a:ahLst/>
              <a:cxnLst/>
              <a:rect l="l" t="t" r="r" b="b"/>
              <a:pathLst>
                <a:path w="692" h="395" extrusionOk="0">
                  <a:moveTo>
                    <a:pt x="190" y="1"/>
                  </a:moveTo>
                  <a:cubicBezTo>
                    <a:pt x="173" y="1"/>
                    <a:pt x="157" y="6"/>
                    <a:pt x="147" y="16"/>
                  </a:cubicBezTo>
                  <a:lnTo>
                    <a:pt x="21" y="82"/>
                  </a:lnTo>
                  <a:cubicBezTo>
                    <a:pt x="0" y="102"/>
                    <a:pt x="0" y="122"/>
                    <a:pt x="21" y="142"/>
                  </a:cubicBezTo>
                  <a:lnTo>
                    <a:pt x="464" y="394"/>
                  </a:lnTo>
                  <a:lnTo>
                    <a:pt x="545" y="394"/>
                  </a:lnTo>
                  <a:lnTo>
                    <a:pt x="671" y="309"/>
                  </a:lnTo>
                  <a:cubicBezTo>
                    <a:pt x="691" y="309"/>
                    <a:pt x="691" y="288"/>
                    <a:pt x="671" y="268"/>
                  </a:cubicBezTo>
                  <a:lnTo>
                    <a:pt x="232" y="16"/>
                  </a:lnTo>
                  <a:cubicBezTo>
                    <a:pt x="222" y="6"/>
                    <a:pt x="206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6849982" y="2602880"/>
              <a:ext cx="59933" cy="34890"/>
            </a:xfrm>
            <a:custGeom>
              <a:avLst/>
              <a:gdLst/>
              <a:ahLst/>
              <a:cxnLst/>
              <a:rect l="l" t="t" r="r" b="b"/>
              <a:pathLst>
                <a:path w="505" h="294" extrusionOk="0">
                  <a:moveTo>
                    <a:pt x="147" y="1"/>
                  </a:moveTo>
                  <a:lnTo>
                    <a:pt x="21" y="86"/>
                  </a:lnTo>
                  <a:cubicBezTo>
                    <a:pt x="0" y="107"/>
                    <a:pt x="0" y="127"/>
                    <a:pt x="21" y="127"/>
                  </a:cubicBezTo>
                  <a:lnTo>
                    <a:pt x="253" y="278"/>
                  </a:lnTo>
                  <a:cubicBezTo>
                    <a:pt x="273" y="288"/>
                    <a:pt x="293" y="293"/>
                    <a:pt x="311" y="293"/>
                  </a:cubicBezTo>
                  <a:cubicBezTo>
                    <a:pt x="330" y="293"/>
                    <a:pt x="346" y="288"/>
                    <a:pt x="359" y="278"/>
                  </a:cubicBezTo>
                  <a:lnTo>
                    <a:pt x="485" y="213"/>
                  </a:lnTo>
                  <a:cubicBezTo>
                    <a:pt x="505" y="192"/>
                    <a:pt x="505" y="172"/>
                    <a:pt x="485" y="152"/>
                  </a:cubicBezTo>
                  <a:lnTo>
                    <a:pt x="2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6799663" y="2575940"/>
              <a:ext cx="63019" cy="34297"/>
            </a:xfrm>
            <a:custGeom>
              <a:avLst/>
              <a:gdLst/>
              <a:ahLst/>
              <a:cxnLst/>
              <a:rect l="l" t="t" r="r" b="b"/>
              <a:pathLst>
                <a:path w="531" h="289" extrusionOk="0">
                  <a:moveTo>
                    <a:pt x="172" y="1"/>
                  </a:moveTo>
                  <a:lnTo>
                    <a:pt x="46" y="81"/>
                  </a:lnTo>
                  <a:cubicBezTo>
                    <a:pt x="1" y="81"/>
                    <a:pt x="1" y="127"/>
                    <a:pt x="46" y="127"/>
                  </a:cubicBezTo>
                  <a:lnTo>
                    <a:pt x="278" y="273"/>
                  </a:lnTo>
                  <a:cubicBezTo>
                    <a:pt x="288" y="283"/>
                    <a:pt x="303" y="288"/>
                    <a:pt x="321" y="288"/>
                  </a:cubicBezTo>
                  <a:cubicBezTo>
                    <a:pt x="339" y="288"/>
                    <a:pt x="359" y="283"/>
                    <a:pt x="379" y="273"/>
                  </a:cubicBezTo>
                  <a:lnTo>
                    <a:pt x="485" y="208"/>
                  </a:lnTo>
                  <a:cubicBezTo>
                    <a:pt x="530" y="187"/>
                    <a:pt x="530" y="167"/>
                    <a:pt x="485" y="1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6752430" y="2548408"/>
              <a:ext cx="62307" cy="34297"/>
            </a:xfrm>
            <a:custGeom>
              <a:avLst/>
              <a:gdLst/>
              <a:ahLst/>
              <a:cxnLst/>
              <a:rect l="l" t="t" r="r" b="b"/>
              <a:pathLst>
                <a:path w="525" h="289" extrusionOk="0">
                  <a:moveTo>
                    <a:pt x="146" y="1"/>
                  </a:moveTo>
                  <a:lnTo>
                    <a:pt x="46" y="81"/>
                  </a:lnTo>
                  <a:cubicBezTo>
                    <a:pt x="0" y="81"/>
                    <a:pt x="0" y="127"/>
                    <a:pt x="46" y="127"/>
                  </a:cubicBezTo>
                  <a:lnTo>
                    <a:pt x="273" y="273"/>
                  </a:lnTo>
                  <a:cubicBezTo>
                    <a:pt x="285" y="283"/>
                    <a:pt x="302" y="288"/>
                    <a:pt x="317" y="288"/>
                  </a:cubicBezTo>
                  <a:cubicBezTo>
                    <a:pt x="333" y="288"/>
                    <a:pt x="348" y="283"/>
                    <a:pt x="358" y="273"/>
                  </a:cubicBezTo>
                  <a:lnTo>
                    <a:pt x="484" y="187"/>
                  </a:lnTo>
                  <a:cubicBezTo>
                    <a:pt x="525" y="187"/>
                    <a:pt x="525" y="167"/>
                    <a:pt x="484" y="147"/>
                  </a:cubicBezTo>
                  <a:lnTo>
                    <a:pt x="2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6705079" y="2519095"/>
              <a:ext cx="60052" cy="34297"/>
            </a:xfrm>
            <a:custGeom>
              <a:avLst/>
              <a:gdLst/>
              <a:ahLst/>
              <a:cxnLst/>
              <a:rect l="l" t="t" r="r" b="b"/>
              <a:pathLst>
                <a:path w="506" h="289" extrusionOk="0">
                  <a:moveTo>
                    <a:pt x="192" y="1"/>
                  </a:moveTo>
                  <a:cubicBezTo>
                    <a:pt x="173" y="1"/>
                    <a:pt x="157" y="6"/>
                    <a:pt x="147" y="16"/>
                  </a:cubicBezTo>
                  <a:lnTo>
                    <a:pt x="21" y="101"/>
                  </a:lnTo>
                  <a:cubicBezTo>
                    <a:pt x="1" y="101"/>
                    <a:pt x="1" y="122"/>
                    <a:pt x="21" y="142"/>
                  </a:cubicBezTo>
                  <a:lnTo>
                    <a:pt x="273" y="288"/>
                  </a:lnTo>
                  <a:lnTo>
                    <a:pt x="359" y="288"/>
                  </a:lnTo>
                  <a:lnTo>
                    <a:pt x="485" y="202"/>
                  </a:lnTo>
                  <a:cubicBezTo>
                    <a:pt x="505" y="202"/>
                    <a:pt x="505" y="182"/>
                    <a:pt x="485" y="162"/>
                  </a:cubicBezTo>
                  <a:lnTo>
                    <a:pt x="253" y="16"/>
                  </a:lnTo>
                  <a:cubicBezTo>
                    <a:pt x="233" y="6"/>
                    <a:pt x="211" y="1"/>
                    <a:pt x="1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6657845" y="2491562"/>
              <a:ext cx="59933" cy="34178"/>
            </a:xfrm>
            <a:custGeom>
              <a:avLst/>
              <a:gdLst/>
              <a:ahLst/>
              <a:cxnLst/>
              <a:rect l="l" t="t" r="r" b="b"/>
              <a:pathLst>
                <a:path w="505" h="288" extrusionOk="0">
                  <a:moveTo>
                    <a:pt x="189" y="0"/>
                  </a:moveTo>
                  <a:cubicBezTo>
                    <a:pt x="173" y="0"/>
                    <a:pt x="156" y="6"/>
                    <a:pt x="146" y="16"/>
                  </a:cubicBezTo>
                  <a:lnTo>
                    <a:pt x="20" y="81"/>
                  </a:lnTo>
                  <a:cubicBezTo>
                    <a:pt x="0" y="101"/>
                    <a:pt x="0" y="122"/>
                    <a:pt x="20" y="142"/>
                  </a:cubicBezTo>
                  <a:lnTo>
                    <a:pt x="272" y="288"/>
                  </a:lnTo>
                  <a:lnTo>
                    <a:pt x="358" y="288"/>
                  </a:lnTo>
                  <a:lnTo>
                    <a:pt x="484" y="207"/>
                  </a:lnTo>
                  <a:cubicBezTo>
                    <a:pt x="505" y="207"/>
                    <a:pt x="505" y="162"/>
                    <a:pt x="484" y="162"/>
                  </a:cubicBezTo>
                  <a:lnTo>
                    <a:pt x="232" y="16"/>
                  </a:lnTo>
                  <a:cubicBezTo>
                    <a:pt x="222" y="6"/>
                    <a:pt x="206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6610494" y="2464029"/>
              <a:ext cx="60052" cy="34178"/>
            </a:xfrm>
            <a:custGeom>
              <a:avLst/>
              <a:gdLst/>
              <a:ahLst/>
              <a:cxnLst/>
              <a:rect l="l" t="t" r="r" b="b"/>
              <a:pathLst>
                <a:path w="506" h="288" extrusionOk="0">
                  <a:moveTo>
                    <a:pt x="188" y="0"/>
                  </a:moveTo>
                  <a:cubicBezTo>
                    <a:pt x="172" y="0"/>
                    <a:pt x="157" y="5"/>
                    <a:pt x="147" y="16"/>
                  </a:cubicBezTo>
                  <a:lnTo>
                    <a:pt x="21" y="81"/>
                  </a:lnTo>
                  <a:cubicBezTo>
                    <a:pt x="1" y="101"/>
                    <a:pt x="1" y="121"/>
                    <a:pt x="21" y="142"/>
                  </a:cubicBezTo>
                  <a:lnTo>
                    <a:pt x="253" y="288"/>
                  </a:lnTo>
                  <a:lnTo>
                    <a:pt x="359" y="288"/>
                  </a:lnTo>
                  <a:lnTo>
                    <a:pt x="485" y="207"/>
                  </a:lnTo>
                  <a:cubicBezTo>
                    <a:pt x="505" y="207"/>
                    <a:pt x="505" y="162"/>
                    <a:pt x="485" y="162"/>
                  </a:cubicBezTo>
                  <a:lnTo>
                    <a:pt x="233" y="16"/>
                  </a:lnTo>
                  <a:cubicBezTo>
                    <a:pt x="220" y="5"/>
                    <a:pt x="204" y="0"/>
                    <a:pt x="1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6563261" y="2436496"/>
              <a:ext cx="59933" cy="34772"/>
            </a:xfrm>
            <a:custGeom>
              <a:avLst/>
              <a:gdLst/>
              <a:ahLst/>
              <a:cxnLst/>
              <a:rect l="l" t="t" r="r" b="b"/>
              <a:pathLst>
                <a:path w="505" h="293" extrusionOk="0">
                  <a:moveTo>
                    <a:pt x="187" y="0"/>
                  </a:moveTo>
                  <a:cubicBezTo>
                    <a:pt x="172" y="0"/>
                    <a:pt x="156" y="5"/>
                    <a:pt x="146" y="16"/>
                  </a:cubicBezTo>
                  <a:lnTo>
                    <a:pt x="20" y="81"/>
                  </a:lnTo>
                  <a:cubicBezTo>
                    <a:pt x="0" y="101"/>
                    <a:pt x="0" y="121"/>
                    <a:pt x="20" y="142"/>
                  </a:cubicBezTo>
                  <a:lnTo>
                    <a:pt x="252" y="293"/>
                  </a:lnTo>
                  <a:lnTo>
                    <a:pt x="353" y="293"/>
                  </a:lnTo>
                  <a:lnTo>
                    <a:pt x="479" y="207"/>
                  </a:lnTo>
                  <a:cubicBezTo>
                    <a:pt x="504" y="187"/>
                    <a:pt x="504" y="167"/>
                    <a:pt x="479" y="167"/>
                  </a:cubicBezTo>
                  <a:lnTo>
                    <a:pt x="227" y="16"/>
                  </a:lnTo>
                  <a:cubicBezTo>
                    <a:pt x="217" y="5"/>
                    <a:pt x="202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6465590" y="2382024"/>
              <a:ext cx="107287" cy="61118"/>
            </a:xfrm>
            <a:custGeom>
              <a:avLst/>
              <a:gdLst/>
              <a:ahLst/>
              <a:cxnLst/>
              <a:rect l="l" t="t" r="r" b="b"/>
              <a:pathLst>
                <a:path w="904" h="515" extrusionOk="0">
                  <a:moveTo>
                    <a:pt x="210" y="0"/>
                  </a:moveTo>
                  <a:cubicBezTo>
                    <a:pt x="191" y="0"/>
                    <a:pt x="170" y="5"/>
                    <a:pt x="147" y="15"/>
                  </a:cubicBezTo>
                  <a:lnTo>
                    <a:pt x="21" y="76"/>
                  </a:lnTo>
                  <a:cubicBezTo>
                    <a:pt x="1" y="96"/>
                    <a:pt x="1" y="121"/>
                    <a:pt x="21" y="142"/>
                  </a:cubicBezTo>
                  <a:lnTo>
                    <a:pt x="672" y="500"/>
                  </a:lnTo>
                  <a:cubicBezTo>
                    <a:pt x="684" y="510"/>
                    <a:pt x="701" y="515"/>
                    <a:pt x="716" y="515"/>
                  </a:cubicBezTo>
                  <a:cubicBezTo>
                    <a:pt x="732" y="515"/>
                    <a:pt x="747" y="510"/>
                    <a:pt x="757" y="500"/>
                  </a:cubicBezTo>
                  <a:lnTo>
                    <a:pt x="884" y="434"/>
                  </a:lnTo>
                  <a:cubicBezTo>
                    <a:pt x="904" y="414"/>
                    <a:pt x="904" y="394"/>
                    <a:pt x="884" y="374"/>
                  </a:cubicBezTo>
                  <a:lnTo>
                    <a:pt x="253" y="15"/>
                  </a:lnTo>
                  <a:cubicBezTo>
                    <a:pt x="243" y="5"/>
                    <a:pt x="228" y="0"/>
                    <a:pt x="2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6779963" y="2641212"/>
              <a:ext cx="62307" cy="34297"/>
            </a:xfrm>
            <a:custGeom>
              <a:avLst/>
              <a:gdLst/>
              <a:ahLst/>
              <a:cxnLst/>
              <a:rect l="l" t="t" r="r" b="b"/>
              <a:pathLst>
                <a:path w="525" h="289" extrusionOk="0">
                  <a:moveTo>
                    <a:pt x="211" y="1"/>
                  </a:moveTo>
                  <a:cubicBezTo>
                    <a:pt x="196" y="1"/>
                    <a:pt x="179" y="6"/>
                    <a:pt x="167" y="16"/>
                  </a:cubicBezTo>
                  <a:lnTo>
                    <a:pt x="41" y="81"/>
                  </a:lnTo>
                  <a:cubicBezTo>
                    <a:pt x="0" y="101"/>
                    <a:pt x="0" y="122"/>
                    <a:pt x="41" y="142"/>
                  </a:cubicBezTo>
                  <a:lnTo>
                    <a:pt x="273" y="288"/>
                  </a:lnTo>
                  <a:lnTo>
                    <a:pt x="378" y="288"/>
                  </a:lnTo>
                  <a:lnTo>
                    <a:pt x="484" y="207"/>
                  </a:lnTo>
                  <a:cubicBezTo>
                    <a:pt x="525" y="207"/>
                    <a:pt x="525" y="162"/>
                    <a:pt x="484" y="162"/>
                  </a:cubicBezTo>
                  <a:lnTo>
                    <a:pt x="252" y="16"/>
                  </a:lnTo>
                  <a:cubicBezTo>
                    <a:pt x="242" y="6"/>
                    <a:pt x="227" y="1"/>
                    <a:pt x="2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6732611" y="2613679"/>
              <a:ext cx="62426" cy="34297"/>
            </a:xfrm>
            <a:custGeom>
              <a:avLst/>
              <a:gdLst/>
              <a:ahLst/>
              <a:cxnLst/>
              <a:rect l="l" t="t" r="r" b="b"/>
              <a:pathLst>
                <a:path w="526" h="289" extrusionOk="0">
                  <a:moveTo>
                    <a:pt x="207" y="1"/>
                  </a:moveTo>
                  <a:cubicBezTo>
                    <a:pt x="189" y="1"/>
                    <a:pt x="167" y="6"/>
                    <a:pt x="147" y="16"/>
                  </a:cubicBezTo>
                  <a:lnTo>
                    <a:pt x="41" y="81"/>
                  </a:lnTo>
                  <a:cubicBezTo>
                    <a:pt x="1" y="101"/>
                    <a:pt x="1" y="122"/>
                    <a:pt x="41" y="142"/>
                  </a:cubicBezTo>
                  <a:lnTo>
                    <a:pt x="273" y="288"/>
                  </a:lnTo>
                  <a:lnTo>
                    <a:pt x="359" y="288"/>
                  </a:lnTo>
                  <a:lnTo>
                    <a:pt x="485" y="207"/>
                  </a:lnTo>
                  <a:cubicBezTo>
                    <a:pt x="525" y="207"/>
                    <a:pt x="525" y="162"/>
                    <a:pt x="485" y="162"/>
                  </a:cubicBezTo>
                  <a:lnTo>
                    <a:pt x="253" y="16"/>
                  </a:lnTo>
                  <a:cubicBezTo>
                    <a:pt x="243" y="6"/>
                    <a:pt x="226" y="1"/>
                    <a:pt x="2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6542848" y="2504141"/>
              <a:ext cx="202468" cy="116895"/>
            </a:xfrm>
            <a:custGeom>
              <a:avLst/>
              <a:gdLst/>
              <a:ahLst/>
              <a:cxnLst/>
              <a:rect l="l" t="t" r="r" b="b"/>
              <a:pathLst>
                <a:path w="1706" h="985" extrusionOk="0">
                  <a:moveTo>
                    <a:pt x="192" y="0"/>
                  </a:moveTo>
                  <a:cubicBezTo>
                    <a:pt x="176" y="0"/>
                    <a:pt x="159" y="5"/>
                    <a:pt x="147" y="16"/>
                  </a:cubicBezTo>
                  <a:lnTo>
                    <a:pt x="21" y="76"/>
                  </a:lnTo>
                  <a:cubicBezTo>
                    <a:pt x="1" y="101"/>
                    <a:pt x="1" y="121"/>
                    <a:pt x="21" y="142"/>
                  </a:cubicBezTo>
                  <a:lnTo>
                    <a:pt x="1474" y="984"/>
                  </a:lnTo>
                  <a:lnTo>
                    <a:pt x="1559" y="984"/>
                  </a:lnTo>
                  <a:lnTo>
                    <a:pt x="1685" y="898"/>
                  </a:lnTo>
                  <a:cubicBezTo>
                    <a:pt x="1706" y="878"/>
                    <a:pt x="1706" y="858"/>
                    <a:pt x="1685" y="858"/>
                  </a:cubicBezTo>
                  <a:lnTo>
                    <a:pt x="233" y="16"/>
                  </a:lnTo>
                  <a:cubicBezTo>
                    <a:pt x="222" y="5"/>
                    <a:pt x="207" y="0"/>
                    <a:pt x="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6493123" y="2476609"/>
              <a:ext cx="62426" cy="33585"/>
            </a:xfrm>
            <a:custGeom>
              <a:avLst/>
              <a:gdLst/>
              <a:ahLst/>
              <a:cxnLst/>
              <a:rect l="l" t="t" r="r" b="b"/>
              <a:pathLst>
                <a:path w="526" h="283" extrusionOk="0">
                  <a:moveTo>
                    <a:pt x="208" y="0"/>
                  </a:moveTo>
                  <a:cubicBezTo>
                    <a:pt x="189" y="0"/>
                    <a:pt x="167" y="5"/>
                    <a:pt x="147" y="15"/>
                  </a:cubicBezTo>
                  <a:lnTo>
                    <a:pt x="41" y="81"/>
                  </a:lnTo>
                  <a:cubicBezTo>
                    <a:pt x="1" y="101"/>
                    <a:pt x="1" y="121"/>
                    <a:pt x="41" y="142"/>
                  </a:cubicBezTo>
                  <a:lnTo>
                    <a:pt x="273" y="268"/>
                  </a:lnTo>
                  <a:cubicBezTo>
                    <a:pt x="283" y="278"/>
                    <a:pt x="300" y="283"/>
                    <a:pt x="319" y="283"/>
                  </a:cubicBezTo>
                  <a:cubicBezTo>
                    <a:pt x="338" y="283"/>
                    <a:pt x="359" y="278"/>
                    <a:pt x="379" y="268"/>
                  </a:cubicBezTo>
                  <a:lnTo>
                    <a:pt x="485" y="207"/>
                  </a:lnTo>
                  <a:cubicBezTo>
                    <a:pt x="525" y="182"/>
                    <a:pt x="525" y="162"/>
                    <a:pt x="485" y="142"/>
                  </a:cubicBezTo>
                  <a:lnTo>
                    <a:pt x="253" y="15"/>
                  </a:lnTo>
                  <a:cubicBezTo>
                    <a:pt x="243" y="5"/>
                    <a:pt x="227" y="0"/>
                    <a:pt x="2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6445890" y="2449076"/>
              <a:ext cx="59933" cy="33585"/>
            </a:xfrm>
            <a:custGeom>
              <a:avLst/>
              <a:gdLst/>
              <a:ahLst/>
              <a:cxnLst/>
              <a:rect l="l" t="t" r="r" b="b"/>
              <a:pathLst>
                <a:path w="505" h="283" extrusionOk="0">
                  <a:moveTo>
                    <a:pt x="207" y="0"/>
                  </a:moveTo>
                  <a:cubicBezTo>
                    <a:pt x="188" y="0"/>
                    <a:pt x="167" y="5"/>
                    <a:pt x="147" y="15"/>
                  </a:cubicBezTo>
                  <a:lnTo>
                    <a:pt x="21" y="81"/>
                  </a:lnTo>
                  <a:cubicBezTo>
                    <a:pt x="0" y="101"/>
                    <a:pt x="0" y="121"/>
                    <a:pt x="21" y="142"/>
                  </a:cubicBezTo>
                  <a:lnTo>
                    <a:pt x="273" y="268"/>
                  </a:lnTo>
                  <a:cubicBezTo>
                    <a:pt x="283" y="278"/>
                    <a:pt x="298" y="283"/>
                    <a:pt x="314" y="283"/>
                  </a:cubicBezTo>
                  <a:cubicBezTo>
                    <a:pt x="329" y="283"/>
                    <a:pt x="346" y="278"/>
                    <a:pt x="358" y="268"/>
                  </a:cubicBezTo>
                  <a:lnTo>
                    <a:pt x="485" y="207"/>
                  </a:lnTo>
                  <a:cubicBezTo>
                    <a:pt x="505" y="187"/>
                    <a:pt x="505" y="162"/>
                    <a:pt x="485" y="142"/>
                  </a:cubicBezTo>
                  <a:lnTo>
                    <a:pt x="253" y="15"/>
                  </a:lnTo>
                  <a:cubicBezTo>
                    <a:pt x="242" y="5"/>
                    <a:pt x="226" y="0"/>
                    <a:pt x="2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6398538" y="2421543"/>
              <a:ext cx="60052" cy="34060"/>
            </a:xfrm>
            <a:custGeom>
              <a:avLst/>
              <a:gdLst/>
              <a:ahLst/>
              <a:cxnLst/>
              <a:rect l="l" t="t" r="r" b="b"/>
              <a:pathLst>
                <a:path w="506" h="287" extrusionOk="0">
                  <a:moveTo>
                    <a:pt x="191" y="0"/>
                  </a:moveTo>
                  <a:cubicBezTo>
                    <a:pt x="172" y="0"/>
                    <a:pt x="157" y="5"/>
                    <a:pt x="147" y="15"/>
                  </a:cubicBezTo>
                  <a:lnTo>
                    <a:pt x="21" y="81"/>
                  </a:lnTo>
                  <a:cubicBezTo>
                    <a:pt x="1" y="101"/>
                    <a:pt x="1" y="121"/>
                    <a:pt x="21" y="121"/>
                  </a:cubicBezTo>
                  <a:lnTo>
                    <a:pt x="273" y="268"/>
                  </a:lnTo>
                  <a:cubicBezTo>
                    <a:pt x="283" y="280"/>
                    <a:pt x="298" y="287"/>
                    <a:pt x="314" y="287"/>
                  </a:cubicBezTo>
                  <a:cubicBezTo>
                    <a:pt x="329" y="287"/>
                    <a:pt x="344" y="280"/>
                    <a:pt x="354" y="268"/>
                  </a:cubicBezTo>
                  <a:lnTo>
                    <a:pt x="480" y="207"/>
                  </a:lnTo>
                  <a:cubicBezTo>
                    <a:pt x="505" y="187"/>
                    <a:pt x="505" y="167"/>
                    <a:pt x="480" y="142"/>
                  </a:cubicBezTo>
                  <a:lnTo>
                    <a:pt x="253" y="15"/>
                  </a:lnTo>
                  <a:cubicBezTo>
                    <a:pt x="230" y="5"/>
                    <a:pt x="209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6884635" y="2662811"/>
              <a:ext cx="32518" cy="25278"/>
            </a:xfrm>
            <a:custGeom>
              <a:avLst/>
              <a:gdLst/>
              <a:ahLst/>
              <a:cxnLst/>
              <a:rect l="l" t="t" r="r" b="b"/>
              <a:pathLst>
                <a:path w="274" h="213" extrusionOk="0">
                  <a:moveTo>
                    <a:pt x="253" y="0"/>
                  </a:moveTo>
                  <a:lnTo>
                    <a:pt x="21" y="126"/>
                  </a:lnTo>
                  <a:cubicBezTo>
                    <a:pt x="1" y="152"/>
                    <a:pt x="1" y="152"/>
                    <a:pt x="1" y="172"/>
                  </a:cubicBezTo>
                  <a:lnTo>
                    <a:pt x="1" y="212"/>
                  </a:lnTo>
                  <a:lnTo>
                    <a:pt x="21" y="212"/>
                  </a:lnTo>
                  <a:lnTo>
                    <a:pt x="253" y="86"/>
                  </a:lnTo>
                  <a:cubicBezTo>
                    <a:pt x="273" y="66"/>
                    <a:pt x="273" y="66"/>
                    <a:pt x="273" y="46"/>
                  </a:cubicBezTo>
                  <a:lnTo>
                    <a:pt x="273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6927240" y="2638245"/>
              <a:ext cx="32400" cy="25990"/>
            </a:xfrm>
            <a:custGeom>
              <a:avLst/>
              <a:gdLst/>
              <a:ahLst/>
              <a:cxnLst/>
              <a:rect l="l" t="t" r="r" b="b"/>
              <a:pathLst>
                <a:path w="273" h="219" extrusionOk="0">
                  <a:moveTo>
                    <a:pt x="252" y="0"/>
                  </a:moveTo>
                  <a:lnTo>
                    <a:pt x="20" y="147"/>
                  </a:lnTo>
                  <a:cubicBezTo>
                    <a:pt x="0" y="147"/>
                    <a:pt x="0" y="147"/>
                    <a:pt x="0" y="167"/>
                  </a:cubicBezTo>
                  <a:lnTo>
                    <a:pt x="0" y="207"/>
                  </a:lnTo>
                  <a:cubicBezTo>
                    <a:pt x="0" y="207"/>
                    <a:pt x="0" y="218"/>
                    <a:pt x="6" y="218"/>
                  </a:cubicBezTo>
                  <a:cubicBezTo>
                    <a:pt x="9" y="218"/>
                    <a:pt x="14" y="216"/>
                    <a:pt x="20" y="207"/>
                  </a:cubicBezTo>
                  <a:lnTo>
                    <a:pt x="252" y="81"/>
                  </a:lnTo>
                  <a:cubicBezTo>
                    <a:pt x="272" y="81"/>
                    <a:pt x="272" y="61"/>
                    <a:pt x="272" y="61"/>
                  </a:cubicBezTo>
                  <a:lnTo>
                    <a:pt x="272" y="21"/>
                  </a:lnTo>
                  <a:cubicBezTo>
                    <a:pt x="272" y="0"/>
                    <a:pt x="272" y="0"/>
                    <a:pt x="252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 rot="10800000">
              <a:off x="6579533" y="1257075"/>
              <a:ext cx="451577" cy="1291184"/>
            </a:xfrm>
            <a:custGeom>
              <a:avLst/>
              <a:gdLst/>
              <a:ahLst/>
              <a:cxnLst/>
              <a:rect l="l" t="t" r="r" b="b"/>
              <a:pathLst>
                <a:path w="3805" h="10880" extrusionOk="0">
                  <a:moveTo>
                    <a:pt x="78" y="0"/>
                  </a:moveTo>
                  <a:cubicBezTo>
                    <a:pt x="35" y="0"/>
                    <a:pt x="1" y="40"/>
                    <a:pt x="1" y="99"/>
                  </a:cubicBezTo>
                  <a:lnTo>
                    <a:pt x="1" y="2581"/>
                  </a:lnTo>
                  <a:lnTo>
                    <a:pt x="1" y="2748"/>
                  </a:lnTo>
                  <a:lnTo>
                    <a:pt x="1" y="8594"/>
                  </a:lnTo>
                  <a:cubicBezTo>
                    <a:pt x="1" y="8675"/>
                    <a:pt x="66" y="8781"/>
                    <a:pt x="127" y="8826"/>
                  </a:cubicBezTo>
                  <a:lnTo>
                    <a:pt x="3678" y="10864"/>
                  </a:lnTo>
                  <a:cubicBezTo>
                    <a:pt x="3696" y="10875"/>
                    <a:pt x="3713" y="10880"/>
                    <a:pt x="3728" y="10880"/>
                  </a:cubicBezTo>
                  <a:cubicBezTo>
                    <a:pt x="3772" y="10880"/>
                    <a:pt x="3804" y="10841"/>
                    <a:pt x="3804" y="10778"/>
                  </a:cubicBezTo>
                  <a:lnTo>
                    <a:pt x="3804" y="4937"/>
                  </a:lnTo>
                  <a:lnTo>
                    <a:pt x="3804" y="4765"/>
                  </a:lnTo>
                  <a:lnTo>
                    <a:pt x="3804" y="2288"/>
                  </a:lnTo>
                  <a:cubicBezTo>
                    <a:pt x="3804" y="2203"/>
                    <a:pt x="3744" y="2097"/>
                    <a:pt x="3678" y="2056"/>
                  </a:cubicBezTo>
                  <a:lnTo>
                    <a:pt x="127" y="18"/>
                  </a:lnTo>
                  <a:cubicBezTo>
                    <a:pt x="110" y="6"/>
                    <a:pt x="93" y="0"/>
                    <a:pt x="78" y="0"/>
                  </a:cubicBezTo>
                  <a:close/>
                </a:path>
              </a:pathLst>
            </a:custGeom>
            <a:gradFill>
              <a:gsLst>
                <a:gs pos="0">
                  <a:srgbClr val="FF248A"/>
                </a:gs>
                <a:gs pos="35000">
                  <a:srgbClr val="FF248A">
                    <a:alpha val="35686"/>
                  </a:srgbClr>
                </a:gs>
                <a:gs pos="100000">
                  <a:srgbClr val="FF248A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1"/>
          <p:cNvGrpSpPr/>
          <p:nvPr/>
        </p:nvGrpSpPr>
        <p:grpSpPr>
          <a:xfrm>
            <a:off x="5782503" y="2911511"/>
            <a:ext cx="2018828" cy="2827904"/>
            <a:chOff x="4524910" y="1786051"/>
            <a:chExt cx="1514121" cy="2120928"/>
          </a:xfrm>
        </p:grpSpPr>
        <p:sp>
          <p:nvSpPr>
            <p:cNvPr id="247" name="Google Shape;247;p1"/>
            <p:cNvSpPr/>
            <p:nvPr/>
          </p:nvSpPr>
          <p:spPr>
            <a:xfrm>
              <a:off x="5373236" y="2673640"/>
              <a:ext cx="413837" cy="1069974"/>
            </a:xfrm>
            <a:custGeom>
              <a:avLst/>
              <a:gdLst/>
              <a:ahLst/>
              <a:cxnLst/>
              <a:rect l="l" t="t" r="r" b="b"/>
              <a:pathLst>
                <a:path w="3487" h="9016" extrusionOk="0">
                  <a:moveTo>
                    <a:pt x="1" y="1"/>
                  </a:moveTo>
                  <a:lnTo>
                    <a:pt x="1" y="6977"/>
                  </a:lnTo>
                  <a:lnTo>
                    <a:pt x="3486" y="9015"/>
                  </a:lnTo>
                  <a:lnTo>
                    <a:pt x="3486" y="201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CCFFF6"/>
                </a:gs>
                <a:gs pos="50000">
                  <a:srgbClr val="00BF9F"/>
                </a:gs>
                <a:gs pos="100000">
                  <a:srgbClr val="004C3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5373236" y="2705920"/>
              <a:ext cx="413837" cy="291703"/>
            </a:xfrm>
            <a:custGeom>
              <a:avLst/>
              <a:gdLst/>
              <a:ahLst/>
              <a:cxnLst/>
              <a:rect l="l" t="t" r="r" b="b"/>
              <a:pathLst>
                <a:path w="3487" h="2458" extrusionOk="0">
                  <a:moveTo>
                    <a:pt x="1" y="1"/>
                  </a:moveTo>
                  <a:lnTo>
                    <a:pt x="1" y="440"/>
                  </a:lnTo>
                  <a:lnTo>
                    <a:pt x="3486" y="2458"/>
                  </a:lnTo>
                  <a:lnTo>
                    <a:pt x="3486" y="20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CCE6FF"/>
                </a:gs>
                <a:gs pos="50000">
                  <a:srgbClr val="6ADBFE"/>
                </a:gs>
                <a:gs pos="100000">
                  <a:srgbClr val="41D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5373236" y="2823290"/>
              <a:ext cx="413837" cy="291703"/>
            </a:xfrm>
            <a:custGeom>
              <a:avLst/>
              <a:gdLst/>
              <a:ahLst/>
              <a:cxnLst/>
              <a:rect l="l" t="t" r="r" b="b"/>
              <a:pathLst>
                <a:path w="3487" h="2458" extrusionOk="0">
                  <a:moveTo>
                    <a:pt x="1" y="1"/>
                  </a:moveTo>
                  <a:lnTo>
                    <a:pt x="1" y="440"/>
                  </a:lnTo>
                  <a:lnTo>
                    <a:pt x="3486" y="2457"/>
                  </a:lnTo>
                  <a:lnTo>
                    <a:pt x="3486" y="201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CCE6FF"/>
                </a:gs>
                <a:gs pos="50000">
                  <a:srgbClr val="6ADBFE"/>
                </a:gs>
                <a:gs pos="100000">
                  <a:srgbClr val="41D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5373236" y="2940660"/>
              <a:ext cx="413837" cy="291703"/>
            </a:xfrm>
            <a:custGeom>
              <a:avLst/>
              <a:gdLst/>
              <a:ahLst/>
              <a:cxnLst/>
              <a:rect l="l" t="t" r="r" b="b"/>
              <a:pathLst>
                <a:path w="3487" h="2458" extrusionOk="0">
                  <a:moveTo>
                    <a:pt x="1" y="0"/>
                  </a:moveTo>
                  <a:lnTo>
                    <a:pt x="1" y="439"/>
                  </a:lnTo>
                  <a:lnTo>
                    <a:pt x="3486" y="2457"/>
                  </a:lnTo>
                  <a:lnTo>
                    <a:pt x="3486" y="201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CCE6FF"/>
                </a:gs>
                <a:gs pos="50000">
                  <a:srgbClr val="6ADBFE"/>
                </a:gs>
                <a:gs pos="100000">
                  <a:srgbClr val="41D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5373236" y="3057437"/>
              <a:ext cx="413837" cy="292178"/>
            </a:xfrm>
            <a:custGeom>
              <a:avLst/>
              <a:gdLst/>
              <a:ahLst/>
              <a:cxnLst/>
              <a:rect l="l" t="t" r="r" b="b"/>
              <a:pathLst>
                <a:path w="3487" h="2462" extrusionOk="0">
                  <a:moveTo>
                    <a:pt x="1" y="0"/>
                  </a:moveTo>
                  <a:lnTo>
                    <a:pt x="1" y="444"/>
                  </a:lnTo>
                  <a:lnTo>
                    <a:pt x="3486" y="2462"/>
                  </a:lnTo>
                  <a:lnTo>
                    <a:pt x="3486" y="201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CCE6FF"/>
                </a:gs>
                <a:gs pos="50000">
                  <a:srgbClr val="6ADBFE"/>
                </a:gs>
                <a:gs pos="100000">
                  <a:srgbClr val="41D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5373236" y="3174689"/>
              <a:ext cx="413837" cy="292297"/>
            </a:xfrm>
            <a:custGeom>
              <a:avLst/>
              <a:gdLst/>
              <a:ahLst/>
              <a:cxnLst/>
              <a:rect l="l" t="t" r="r" b="b"/>
              <a:pathLst>
                <a:path w="3487" h="2463" extrusionOk="0">
                  <a:moveTo>
                    <a:pt x="1" y="1"/>
                  </a:moveTo>
                  <a:lnTo>
                    <a:pt x="1" y="445"/>
                  </a:lnTo>
                  <a:lnTo>
                    <a:pt x="3486" y="2462"/>
                  </a:lnTo>
                  <a:lnTo>
                    <a:pt x="3486" y="20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CCE6FF"/>
                </a:gs>
                <a:gs pos="50000">
                  <a:srgbClr val="6ADBFE"/>
                </a:gs>
                <a:gs pos="100000">
                  <a:srgbClr val="41D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5373236" y="3292059"/>
              <a:ext cx="413837" cy="292297"/>
            </a:xfrm>
            <a:custGeom>
              <a:avLst/>
              <a:gdLst/>
              <a:ahLst/>
              <a:cxnLst/>
              <a:rect l="l" t="t" r="r" b="b"/>
              <a:pathLst>
                <a:path w="3487" h="2463" extrusionOk="0">
                  <a:moveTo>
                    <a:pt x="1" y="0"/>
                  </a:moveTo>
                  <a:lnTo>
                    <a:pt x="1" y="444"/>
                  </a:lnTo>
                  <a:lnTo>
                    <a:pt x="3486" y="2462"/>
                  </a:lnTo>
                  <a:lnTo>
                    <a:pt x="3486" y="201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CCE6FF"/>
                </a:gs>
                <a:gs pos="50000">
                  <a:srgbClr val="6ADBFE"/>
                </a:gs>
                <a:gs pos="100000">
                  <a:srgbClr val="41D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5373236" y="3409430"/>
              <a:ext cx="413837" cy="291584"/>
            </a:xfrm>
            <a:custGeom>
              <a:avLst/>
              <a:gdLst/>
              <a:ahLst/>
              <a:cxnLst/>
              <a:rect l="l" t="t" r="r" b="b"/>
              <a:pathLst>
                <a:path w="3487" h="2457" extrusionOk="0">
                  <a:moveTo>
                    <a:pt x="1" y="0"/>
                  </a:moveTo>
                  <a:lnTo>
                    <a:pt x="1" y="439"/>
                  </a:lnTo>
                  <a:lnTo>
                    <a:pt x="3486" y="2457"/>
                  </a:lnTo>
                  <a:lnTo>
                    <a:pt x="3486" y="201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CCE6FF"/>
                </a:gs>
                <a:gs pos="50000">
                  <a:srgbClr val="6ADBFE"/>
                </a:gs>
                <a:gs pos="100000">
                  <a:srgbClr val="41D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5786940" y="2768224"/>
              <a:ext cx="252076" cy="975390"/>
            </a:xfrm>
            <a:custGeom>
              <a:avLst/>
              <a:gdLst/>
              <a:ahLst/>
              <a:cxnLst/>
              <a:rect l="l" t="t" r="r" b="b"/>
              <a:pathLst>
                <a:path w="2124" h="8219" extrusionOk="0">
                  <a:moveTo>
                    <a:pt x="2124" y="1"/>
                  </a:moveTo>
                  <a:lnTo>
                    <a:pt x="0" y="1221"/>
                  </a:lnTo>
                  <a:lnTo>
                    <a:pt x="0" y="8218"/>
                  </a:lnTo>
                  <a:lnTo>
                    <a:pt x="2124" y="6977"/>
                  </a:lnTo>
                  <a:lnTo>
                    <a:pt x="2124" y="1"/>
                  </a:lnTo>
                  <a:close/>
                </a:path>
              </a:pathLst>
            </a:custGeom>
            <a:gradFill>
              <a:gsLst>
                <a:gs pos="0">
                  <a:srgbClr val="7DFFE9"/>
                </a:gs>
                <a:gs pos="100000">
                  <a:srgbClr val="00463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5786940" y="2800504"/>
              <a:ext cx="252076" cy="197119"/>
            </a:xfrm>
            <a:custGeom>
              <a:avLst/>
              <a:gdLst/>
              <a:ahLst/>
              <a:cxnLst/>
              <a:rect l="l" t="t" r="r" b="b"/>
              <a:pathLst>
                <a:path w="2124" h="1661" extrusionOk="0">
                  <a:moveTo>
                    <a:pt x="2124" y="1"/>
                  </a:moveTo>
                  <a:lnTo>
                    <a:pt x="0" y="1222"/>
                  </a:lnTo>
                  <a:lnTo>
                    <a:pt x="0" y="1661"/>
                  </a:lnTo>
                  <a:lnTo>
                    <a:pt x="2124" y="445"/>
                  </a:lnTo>
                  <a:lnTo>
                    <a:pt x="2124" y="1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5786940" y="2917875"/>
              <a:ext cx="252076" cy="197119"/>
            </a:xfrm>
            <a:custGeom>
              <a:avLst/>
              <a:gdLst/>
              <a:ahLst/>
              <a:cxnLst/>
              <a:rect l="l" t="t" r="r" b="b"/>
              <a:pathLst>
                <a:path w="2124" h="1661" extrusionOk="0">
                  <a:moveTo>
                    <a:pt x="2124" y="1"/>
                  </a:moveTo>
                  <a:lnTo>
                    <a:pt x="0" y="1221"/>
                  </a:lnTo>
                  <a:lnTo>
                    <a:pt x="0" y="1660"/>
                  </a:lnTo>
                  <a:lnTo>
                    <a:pt x="2124" y="445"/>
                  </a:lnTo>
                  <a:lnTo>
                    <a:pt x="2124" y="1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5786940" y="3035245"/>
              <a:ext cx="252076" cy="197119"/>
            </a:xfrm>
            <a:custGeom>
              <a:avLst/>
              <a:gdLst/>
              <a:ahLst/>
              <a:cxnLst/>
              <a:rect l="l" t="t" r="r" b="b"/>
              <a:pathLst>
                <a:path w="2124" h="1661" extrusionOk="0">
                  <a:moveTo>
                    <a:pt x="2124" y="0"/>
                  </a:moveTo>
                  <a:lnTo>
                    <a:pt x="0" y="1221"/>
                  </a:lnTo>
                  <a:lnTo>
                    <a:pt x="0" y="1660"/>
                  </a:lnTo>
                  <a:lnTo>
                    <a:pt x="2124" y="439"/>
                  </a:lnTo>
                  <a:lnTo>
                    <a:pt x="2124" y="0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5786940" y="3152615"/>
              <a:ext cx="252076" cy="197001"/>
            </a:xfrm>
            <a:custGeom>
              <a:avLst/>
              <a:gdLst/>
              <a:ahLst/>
              <a:cxnLst/>
              <a:rect l="l" t="t" r="r" b="b"/>
              <a:pathLst>
                <a:path w="2124" h="1660" extrusionOk="0">
                  <a:moveTo>
                    <a:pt x="2124" y="0"/>
                  </a:moveTo>
                  <a:lnTo>
                    <a:pt x="0" y="1216"/>
                  </a:lnTo>
                  <a:lnTo>
                    <a:pt x="0" y="1660"/>
                  </a:lnTo>
                  <a:lnTo>
                    <a:pt x="2124" y="439"/>
                  </a:lnTo>
                  <a:lnTo>
                    <a:pt x="2124" y="0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5786940" y="3269867"/>
              <a:ext cx="252076" cy="197119"/>
            </a:xfrm>
            <a:custGeom>
              <a:avLst/>
              <a:gdLst/>
              <a:ahLst/>
              <a:cxnLst/>
              <a:rect l="l" t="t" r="r" b="b"/>
              <a:pathLst>
                <a:path w="2124" h="1661" extrusionOk="0">
                  <a:moveTo>
                    <a:pt x="2124" y="1"/>
                  </a:moveTo>
                  <a:lnTo>
                    <a:pt x="0" y="1217"/>
                  </a:lnTo>
                  <a:lnTo>
                    <a:pt x="0" y="1660"/>
                  </a:lnTo>
                  <a:lnTo>
                    <a:pt x="2124" y="440"/>
                  </a:lnTo>
                  <a:lnTo>
                    <a:pt x="2124" y="1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5786940" y="3386644"/>
              <a:ext cx="252076" cy="197713"/>
            </a:xfrm>
            <a:custGeom>
              <a:avLst/>
              <a:gdLst/>
              <a:ahLst/>
              <a:cxnLst/>
              <a:rect l="l" t="t" r="r" b="b"/>
              <a:pathLst>
                <a:path w="2124" h="1666" extrusionOk="0">
                  <a:moveTo>
                    <a:pt x="2124" y="1"/>
                  </a:moveTo>
                  <a:lnTo>
                    <a:pt x="0" y="1221"/>
                  </a:lnTo>
                  <a:lnTo>
                    <a:pt x="0" y="1665"/>
                  </a:lnTo>
                  <a:lnTo>
                    <a:pt x="2124" y="444"/>
                  </a:lnTo>
                  <a:lnTo>
                    <a:pt x="2124" y="1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5786940" y="3504014"/>
              <a:ext cx="252076" cy="197000"/>
            </a:xfrm>
            <a:custGeom>
              <a:avLst/>
              <a:gdLst/>
              <a:ahLst/>
              <a:cxnLst/>
              <a:rect l="l" t="t" r="r" b="b"/>
              <a:pathLst>
                <a:path w="2124" h="1660" extrusionOk="0">
                  <a:moveTo>
                    <a:pt x="2124" y="0"/>
                  </a:moveTo>
                  <a:lnTo>
                    <a:pt x="0" y="1221"/>
                  </a:lnTo>
                  <a:lnTo>
                    <a:pt x="0" y="1660"/>
                  </a:lnTo>
                  <a:lnTo>
                    <a:pt x="2124" y="444"/>
                  </a:lnTo>
                  <a:lnTo>
                    <a:pt x="2124" y="0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5373236" y="2528737"/>
              <a:ext cx="665795" cy="384507"/>
            </a:xfrm>
            <a:custGeom>
              <a:avLst/>
              <a:gdLst/>
              <a:ahLst/>
              <a:cxnLst/>
              <a:rect l="l" t="t" r="r" b="b"/>
              <a:pathLst>
                <a:path w="5610" h="3240" extrusionOk="0">
                  <a:moveTo>
                    <a:pt x="2119" y="1"/>
                  </a:moveTo>
                  <a:lnTo>
                    <a:pt x="1" y="1222"/>
                  </a:lnTo>
                  <a:lnTo>
                    <a:pt x="3486" y="3239"/>
                  </a:lnTo>
                  <a:lnTo>
                    <a:pt x="5610" y="2019"/>
                  </a:lnTo>
                  <a:lnTo>
                    <a:pt x="2119" y="1"/>
                  </a:lnTo>
                  <a:close/>
                </a:path>
              </a:pathLst>
            </a:custGeom>
            <a:gradFill>
              <a:gsLst>
                <a:gs pos="0">
                  <a:srgbClr val="00DEB9"/>
                </a:gs>
                <a:gs pos="100000">
                  <a:srgbClr val="10092D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5457614" y="2626407"/>
              <a:ext cx="167220" cy="97076"/>
            </a:xfrm>
            <a:custGeom>
              <a:avLst/>
              <a:gdLst/>
              <a:ahLst/>
              <a:cxnLst/>
              <a:rect l="l" t="t" r="r" b="b"/>
              <a:pathLst>
                <a:path w="1409" h="818" extrusionOk="0">
                  <a:moveTo>
                    <a:pt x="717" y="0"/>
                  </a:moveTo>
                  <a:lnTo>
                    <a:pt x="1" y="419"/>
                  </a:lnTo>
                  <a:lnTo>
                    <a:pt x="717" y="817"/>
                  </a:lnTo>
                  <a:lnTo>
                    <a:pt x="1408" y="419"/>
                  </a:lnTo>
                  <a:lnTo>
                    <a:pt x="717" y="0"/>
                  </a:lnTo>
                  <a:close/>
                </a:path>
              </a:pathLst>
            </a:custGeom>
            <a:gradFill>
              <a:gsLst>
                <a:gs pos="0">
                  <a:srgbClr val="004C3F"/>
                </a:gs>
                <a:gs pos="100000">
                  <a:srgbClr val="10092D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5754542" y="2722890"/>
              <a:ext cx="162354" cy="86039"/>
            </a:xfrm>
            <a:custGeom>
              <a:avLst/>
              <a:gdLst/>
              <a:ahLst/>
              <a:cxnLst/>
              <a:rect l="l" t="t" r="r" b="b"/>
              <a:pathLst>
                <a:path w="1368" h="725" extrusionOk="0">
                  <a:moveTo>
                    <a:pt x="687" y="0"/>
                  </a:moveTo>
                  <a:cubicBezTo>
                    <a:pt x="527" y="0"/>
                    <a:pt x="369" y="37"/>
                    <a:pt x="253" y="110"/>
                  </a:cubicBezTo>
                  <a:cubicBezTo>
                    <a:pt x="1" y="236"/>
                    <a:pt x="1" y="468"/>
                    <a:pt x="253" y="615"/>
                  </a:cubicBezTo>
                  <a:cubicBezTo>
                    <a:pt x="369" y="688"/>
                    <a:pt x="527" y="724"/>
                    <a:pt x="687" y="724"/>
                  </a:cubicBezTo>
                  <a:cubicBezTo>
                    <a:pt x="847" y="724"/>
                    <a:pt x="1010" y="688"/>
                    <a:pt x="1136" y="615"/>
                  </a:cubicBezTo>
                  <a:cubicBezTo>
                    <a:pt x="1368" y="468"/>
                    <a:pt x="1368" y="236"/>
                    <a:pt x="1136" y="110"/>
                  </a:cubicBezTo>
                  <a:cubicBezTo>
                    <a:pt x="1010" y="37"/>
                    <a:pt x="847" y="0"/>
                    <a:pt x="687" y="0"/>
                  </a:cubicBezTo>
                  <a:close/>
                </a:path>
              </a:pathLst>
            </a:custGeom>
            <a:gradFill>
              <a:gsLst>
                <a:gs pos="0">
                  <a:srgbClr val="004C3F"/>
                </a:gs>
                <a:gs pos="100000">
                  <a:srgbClr val="10092D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5369509" y="1786051"/>
              <a:ext cx="665795" cy="1134533"/>
            </a:xfrm>
            <a:custGeom>
              <a:avLst/>
              <a:gdLst/>
              <a:ahLst/>
              <a:cxnLst/>
              <a:rect l="l" t="t" r="r" b="b"/>
              <a:pathLst>
                <a:path w="5610" h="9560" extrusionOk="0">
                  <a:moveTo>
                    <a:pt x="2119" y="0"/>
                  </a:moveTo>
                  <a:lnTo>
                    <a:pt x="1" y="1216"/>
                  </a:lnTo>
                  <a:lnTo>
                    <a:pt x="1" y="7542"/>
                  </a:lnTo>
                  <a:lnTo>
                    <a:pt x="3486" y="9559"/>
                  </a:lnTo>
                  <a:lnTo>
                    <a:pt x="5610" y="8344"/>
                  </a:lnTo>
                  <a:lnTo>
                    <a:pt x="5610" y="2018"/>
                  </a:lnTo>
                  <a:lnTo>
                    <a:pt x="2119" y="0"/>
                  </a:lnTo>
                  <a:close/>
                </a:path>
              </a:pathLst>
            </a:custGeom>
            <a:gradFill>
              <a:gsLst>
                <a:gs pos="0">
                  <a:srgbClr val="4CEEFD">
                    <a:alpha val="35686"/>
                  </a:srgbClr>
                </a:gs>
                <a:gs pos="34000">
                  <a:srgbClr val="4CEEFD">
                    <a:alpha val="35686"/>
                  </a:srgbClr>
                </a:gs>
                <a:gs pos="100000">
                  <a:srgbClr val="4CEEFD">
                    <a:alpha val="35686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 rot="10800000">
              <a:off x="4524910" y="3060945"/>
              <a:ext cx="1135174" cy="846034"/>
            </a:xfrm>
            <a:custGeom>
              <a:avLst/>
              <a:gdLst/>
              <a:ahLst/>
              <a:cxnLst/>
              <a:rect l="l" t="t" r="r" b="b"/>
              <a:pathLst>
                <a:path w="9565" h="7129" extrusionOk="0">
                  <a:moveTo>
                    <a:pt x="8178" y="1"/>
                  </a:moveTo>
                  <a:lnTo>
                    <a:pt x="0" y="4732"/>
                  </a:lnTo>
                  <a:lnTo>
                    <a:pt x="0" y="6331"/>
                  </a:lnTo>
                  <a:lnTo>
                    <a:pt x="1388" y="7128"/>
                  </a:lnTo>
                  <a:lnTo>
                    <a:pt x="9565" y="2397"/>
                  </a:lnTo>
                  <a:lnTo>
                    <a:pt x="9565" y="803"/>
                  </a:lnTo>
                  <a:lnTo>
                    <a:pt x="8178" y="1"/>
                  </a:lnTo>
                  <a:close/>
                </a:path>
              </a:pathLst>
            </a:custGeom>
            <a:gradFill>
              <a:gsLst>
                <a:gs pos="0">
                  <a:srgbClr val="4CEEFD">
                    <a:alpha val="35686"/>
                  </a:srgbClr>
                </a:gs>
                <a:gs pos="34000">
                  <a:srgbClr val="4CEEFD">
                    <a:alpha val="35686"/>
                  </a:srgbClr>
                </a:gs>
                <a:gs pos="100000">
                  <a:srgbClr val="4CEEFD">
                    <a:alpha val="35686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1"/>
          <p:cNvGrpSpPr/>
          <p:nvPr/>
        </p:nvGrpSpPr>
        <p:grpSpPr>
          <a:xfrm>
            <a:off x="7009676" y="4154849"/>
            <a:ext cx="2276944" cy="2603352"/>
            <a:chOff x="5445290" y="2718555"/>
            <a:chExt cx="1707708" cy="1952514"/>
          </a:xfrm>
        </p:grpSpPr>
        <p:sp>
          <p:nvSpPr>
            <p:cNvPr id="269" name="Google Shape;269;p1"/>
            <p:cNvSpPr/>
            <p:nvPr/>
          </p:nvSpPr>
          <p:spPr>
            <a:xfrm>
              <a:off x="6188350" y="3579547"/>
              <a:ext cx="646687" cy="818501"/>
            </a:xfrm>
            <a:custGeom>
              <a:avLst/>
              <a:gdLst/>
              <a:ahLst/>
              <a:cxnLst/>
              <a:rect l="l" t="t" r="r" b="b"/>
              <a:pathLst>
                <a:path w="5449" h="6897" extrusionOk="0">
                  <a:moveTo>
                    <a:pt x="0" y="1"/>
                  </a:moveTo>
                  <a:lnTo>
                    <a:pt x="0" y="3744"/>
                  </a:lnTo>
                  <a:lnTo>
                    <a:pt x="5448" y="6897"/>
                  </a:lnTo>
                  <a:lnTo>
                    <a:pt x="5448" y="3154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00BF9F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"/>
            <p:cNvSpPr/>
            <p:nvPr/>
          </p:nvSpPr>
          <p:spPr>
            <a:xfrm>
              <a:off x="6682161" y="3919078"/>
              <a:ext cx="48065" cy="124609"/>
            </a:xfrm>
            <a:custGeom>
              <a:avLst/>
              <a:gdLst/>
              <a:ahLst/>
              <a:cxnLst/>
              <a:rect l="l" t="t" r="r" b="b"/>
              <a:pathLst>
                <a:path w="405" h="1050" extrusionOk="0">
                  <a:moveTo>
                    <a:pt x="1" y="0"/>
                  </a:moveTo>
                  <a:lnTo>
                    <a:pt x="1" y="817"/>
                  </a:lnTo>
                  <a:lnTo>
                    <a:pt x="404" y="1049"/>
                  </a:lnTo>
                  <a:lnTo>
                    <a:pt x="404" y="22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"/>
            <p:cNvSpPr/>
            <p:nvPr/>
          </p:nvSpPr>
          <p:spPr>
            <a:xfrm>
              <a:off x="6617483" y="3881339"/>
              <a:ext cx="47472" cy="124609"/>
            </a:xfrm>
            <a:custGeom>
              <a:avLst/>
              <a:gdLst/>
              <a:ahLst/>
              <a:cxnLst/>
              <a:rect l="l" t="t" r="r" b="b"/>
              <a:pathLst>
                <a:path w="400" h="1050" extrusionOk="0">
                  <a:moveTo>
                    <a:pt x="1" y="0"/>
                  </a:moveTo>
                  <a:lnTo>
                    <a:pt x="1" y="823"/>
                  </a:lnTo>
                  <a:lnTo>
                    <a:pt x="399" y="1050"/>
                  </a:lnTo>
                  <a:lnTo>
                    <a:pt x="399" y="23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"/>
            <p:cNvSpPr/>
            <p:nvPr/>
          </p:nvSpPr>
          <p:spPr>
            <a:xfrm>
              <a:off x="6749807" y="3956105"/>
              <a:ext cx="45098" cy="124727"/>
            </a:xfrm>
            <a:custGeom>
              <a:avLst/>
              <a:gdLst/>
              <a:ahLst/>
              <a:cxnLst/>
              <a:rect l="l" t="t" r="r" b="b"/>
              <a:pathLst>
                <a:path w="380" h="1051" extrusionOk="0">
                  <a:moveTo>
                    <a:pt x="1" y="1"/>
                  </a:moveTo>
                  <a:lnTo>
                    <a:pt x="1" y="823"/>
                  </a:lnTo>
                  <a:lnTo>
                    <a:pt x="379" y="1050"/>
                  </a:lnTo>
                  <a:lnTo>
                    <a:pt x="379" y="233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>
              <a:off x="6682161" y="4041196"/>
              <a:ext cx="48065" cy="122235"/>
            </a:xfrm>
            <a:custGeom>
              <a:avLst/>
              <a:gdLst/>
              <a:ahLst/>
              <a:cxnLst/>
              <a:rect l="l" t="t" r="r" b="b"/>
              <a:pathLst>
                <a:path w="405" h="1030" extrusionOk="0">
                  <a:moveTo>
                    <a:pt x="1" y="0"/>
                  </a:moveTo>
                  <a:lnTo>
                    <a:pt x="1" y="817"/>
                  </a:lnTo>
                  <a:lnTo>
                    <a:pt x="404" y="1029"/>
                  </a:lnTo>
                  <a:lnTo>
                    <a:pt x="404" y="23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6617483" y="4003457"/>
              <a:ext cx="47472" cy="122235"/>
            </a:xfrm>
            <a:custGeom>
              <a:avLst/>
              <a:gdLst/>
              <a:ahLst/>
              <a:cxnLst/>
              <a:rect l="l" t="t" r="r" b="b"/>
              <a:pathLst>
                <a:path w="400" h="1030" extrusionOk="0">
                  <a:moveTo>
                    <a:pt x="1" y="0"/>
                  </a:moveTo>
                  <a:lnTo>
                    <a:pt x="1" y="823"/>
                  </a:lnTo>
                  <a:lnTo>
                    <a:pt x="399" y="1030"/>
                  </a:lnTo>
                  <a:lnTo>
                    <a:pt x="399" y="21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"/>
            <p:cNvSpPr/>
            <p:nvPr/>
          </p:nvSpPr>
          <p:spPr>
            <a:xfrm>
              <a:off x="6749807" y="4078341"/>
              <a:ext cx="45098" cy="125202"/>
            </a:xfrm>
            <a:custGeom>
              <a:avLst/>
              <a:gdLst/>
              <a:ahLst/>
              <a:cxnLst/>
              <a:rect l="l" t="t" r="r" b="b"/>
              <a:pathLst>
                <a:path w="380" h="1055" extrusionOk="0">
                  <a:moveTo>
                    <a:pt x="1" y="0"/>
                  </a:moveTo>
                  <a:lnTo>
                    <a:pt x="1" y="822"/>
                  </a:lnTo>
                  <a:lnTo>
                    <a:pt x="379" y="1054"/>
                  </a:lnTo>
                  <a:lnTo>
                    <a:pt x="379" y="23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"/>
            <p:cNvSpPr/>
            <p:nvPr/>
          </p:nvSpPr>
          <p:spPr>
            <a:xfrm>
              <a:off x="6682161" y="4160940"/>
              <a:ext cx="48065" cy="124609"/>
            </a:xfrm>
            <a:custGeom>
              <a:avLst/>
              <a:gdLst/>
              <a:ahLst/>
              <a:cxnLst/>
              <a:rect l="l" t="t" r="r" b="b"/>
              <a:pathLst>
                <a:path w="405" h="1050" extrusionOk="0">
                  <a:moveTo>
                    <a:pt x="1" y="0"/>
                  </a:moveTo>
                  <a:lnTo>
                    <a:pt x="1" y="817"/>
                  </a:lnTo>
                  <a:lnTo>
                    <a:pt x="404" y="1049"/>
                  </a:lnTo>
                  <a:lnTo>
                    <a:pt x="404" y="23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"/>
            <p:cNvSpPr/>
            <p:nvPr/>
          </p:nvSpPr>
          <p:spPr>
            <a:xfrm>
              <a:off x="6617483" y="4123201"/>
              <a:ext cx="47472" cy="125202"/>
            </a:xfrm>
            <a:custGeom>
              <a:avLst/>
              <a:gdLst/>
              <a:ahLst/>
              <a:cxnLst/>
              <a:rect l="l" t="t" r="r" b="b"/>
              <a:pathLst>
                <a:path w="400" h="1055" extrusionOk="0">
                  <a:moveTo>
                    <a:pt x="1" y="0"/>
                  </a:moveTo>
                  <a:lnTo>
                    <a:pt x="1" y="823"/>
                  </a:lnTo>
                  <a:lnTo>
                    <a:pt x="399" y="1055"/>
                  </a:lnTo>
                  <a:lnTo>
                    <a:pt x="399" y="23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"/>
            <p:cNvSpPr/>
            <p:nvPr/>
          </p:nvSpPr>
          <p:spPr>
            <a:xfrm>
              <a:off x="6749807" y="4200459"/>
              <a:ext cx="45098" cy="122829"/>
            </a:xfrm>
            <a:custGeom>
              <a:avLst/>
              <a:gdLst/>
              <a:ahLst/>
              <a:cxnLst/>
              <a:rect l="l" t="t" r="r" b="b"/>
              <a:pathLst>
                <a:path w="380" h="1035" extrusionOk="0">
                  <a:moveTo>
                    <a:pt x="1" y="0"/>
                  </a:moveTo>
                  <a:lnTo>
                    <a:pt x="1" y="802"/>
                  </a:lnTo>
                  <a:lnTo>
                    <a:pt x="379" y="1034"/>
                  </a:lnTo>
                  <a:lnTo>
                    <a:pt x="379" y="21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"/>
            <p:cNvSpPr/>
            <p:nvPr/>
          </p:nvSpPr>
          <p:spPr>
            <a:xfrm>
              <a:off x="6552923" y="3844194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0" y="1"/>
                  </a:moveTo>
                  <a:lnTo>
                    <a:pt x="0" y="818"/>
                  </a:lnTo>
                  <a:lnTo>
                    <a:pt x="399" y="1050"/>
                  </a:lnTo>
                  <a:lnTo>
                    <a:pt x="399" y="22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"/>
            <p:cNvSpPr/>
            <p:nvPr/>
          </p:nvSpPr>
          <p:spPr>
            <a:xfrm>
              <a:off x="6487651" y="3806455"/>
              <a:ext cx="47947" cy="124727"/>
            </a:xfrm>
            <a:custGeom>
              <a:avLst/>
              <a:gdLst/>
              <a:ahLst/>
              <a:cxnLst/>
              <a:rect l="l" t="t" r="r" b="b"/>
              <a:pathLst>
                <a:path w="404" h="1051" extrusionOk="0">
                  <a:moveTo>
                    <a:pt x="0" y="1"/>
                  </a:moveTo>
                  <a:lnTo>
                    <a:pt x="0" y="823"/>
                  </a:lnTo>
                  <a:lnTo>
                    <a:pt x="404" y="1050"/>
                  </a:lnTo>
                  <a:lnTo>
                    <a:pt x="404" y="233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"/>
            <p:cNvSpPr/>
            <p:nvPr/>
          </p:nvSpPr>
          <p:spPr>
            <a:xfrm>
              <a:off x="6552923" y="3966311"/>
              <a:ext cx="47353" cy="122235"/>
            </a:xfrm>
            <a:custGeom>
              <a:avLst/>
              <a:gdLst/>
              <a:ahLst/>
              <a:cxnLst/>
              <a:rect l="l" t="t" r="r" b="b"/>
              <a:pathLst>
                <a:path w="399" h="1030" extrusionOk="0">
                  <a:moveTo>
                    <a:pt x="0" y="1"/>
                  </a:moveTo>
                  <a:lnTo>
                    <a:pt x="0" y="798"/>
                  </a:lnTo>
                  <a:lnTo>
                    <a:pt x="399" y="1030"/>
                  </a:lnTo>
                  <a:lnTo>
                    <a:pt x="399" y="20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"/>
            <p:cNvSpPr/>
            <p:nvPr/>
          </p:nvSpPr>
          <p:spPr>
            <a:xfrm>
              <a:off x="6487651" y="3926199"/>
              <a:ext cx="47947" cy="124609"/>
            </a:xfrm>
            <a:custGeom>
              <a:avLst/>
              <a:gdLst/>
              <a:ahLst/>
              <a:cxnLst/>
              <a:rect l="l" t="t" r="r" b="b"/>
              <a:pathLst>
                <a:path w="404" h="1050" extrusionOk="0">
                  <a:moveTo>
                    <a:pt x="0" y="1"/>
                  </a:moveTo>
                  <a:lnTo>
                    <a:pt x="0" y="823"/>
                  </a:lnTo>
                  <a:lnTo>
                    <a:pt x="404" y="1050"/>
                  </a:lnTo>
                  <a:lnTo>
                    <a:pt x="404" y="233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"/>
            <p:cNvSpPr/>
            <p:nvPr/>
          </p:nvSpPr>
          <p:spPr>
            <a:xfrm>
              <a:off x="6552923" y="4086055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0" y="1"/>
                  </a:moveTo>
                  <a:lnTo>
                    <a:pt x="0" y="818"/>
                  </a:lnTo>
                  <a:lnTo>
                    <a:pt x="399" y="1050"/>
                  </a:lnTo>
                  <a:lnTo>
                    <a:pt x="399" y="233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"/>
            <p:cNvSpPr/>
            <p:nvPr/>
          </p:nvSpPr>
          <p:spPr>
            <a:xfrm>
              <a:off x="6487651" y="4048316"/>
              <a:ext cx="47947" cy="125321"/>
            </a:xfrm>
            <a:custGeom>
              <a:avLst/>
              <a:gdLst/>
              <a:ahLst/>
              <a:cxnLst/>
              <a:rect l="l" t="t" r="r" b="b"/>
              <a:pathLst>
                <a:path w="404" h="1056" extrusionOk="0">
                  <a:moveTo>
                    <a:pt x="0" y="1"/>
                  </a:moveTo>
                  <a:lnTo>
                    <a:pt x="0" y="823"/>
                  </a:lnTo>
                  <a:lnTo>
                    <a:pt x="404" y="1055"/>
                  </a:lnTo>
                  <a:lnTo>
                    <a:pt x="404" y="233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"/>
            <p:cNvSpPr/>
            <p:nvPr/>
          </p:nvSpPr>
          <p:spPr>
            <a:xfrm>
              <a:off x="6422973" y="3769428"/>
              <a:ext cx="44980" cy="122235"/>
            </a:xfrm>
            <a:custGeom>
              <a:avLst/>
              <a:gdLst/>
              <a:ahLst/>
              <a:cxnLst/>
              <a:rect l="l" t="t" r="r" b="b"/>
              <a:pathLst>
                <a:path w="379" h="1030" extrusionOk="0">
                  <a:moveTo>
                    <a:pt x="0" y="0"/>
                  </a:moveTo>
                  <a:lnTo>
                    <a:pt x="0" y="817"/>
                  </a:lnTo>
                  <a:lnTo>
                    <a:pt x="379" y="1029"/>
                  </a:lnTo>
                  <a:lnTo>
                    <a:pt x="379" y="22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"/>
            <p:cNvSpPr/>
            <p:nvPr/>
          </p:nvSpPr>
          <p:spPr>
            <a:xfrm>
              <a:off x="6358294" y="3731689"/>
              <a:ext cx="44980" cy="122235"/>
            </a:xfrm>
            <a:custGeom>
              <a:avLst/>
              <a:gdLst/>
              <a:ahLst/>
              <a:cxnLst/>
              <a:rect l="l" t="t" r="r" b="b"/>
              <a:pathLst>
                <a:path w="379" h="1030" extrusionOk="0">
                  <a:moveTo>
                    <a:pt x="1" y="0"/>
                  </a:moveTo>
                  <a:lnTo>
                    <a:pt x="1" y="823"/>
                  </a:lnTo>
                  <a:lnTo>
                    <a:pt x="379" y="1029"/>
                  </a:lnTo>
                  <a:lnTo>
                    <a:pt x="379" y="21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"/>
            <p:cNvSpPr/>
            <p:nvPr/>
          </p:nvSpPr>
          <p:spPr>
            <a:xfrm>
              <a:off x="6422973" y="3889053"/>
              <a:ext cx="44980" cy="124727"/>
            </a:xfrm>
            <a:custGeom>
              <a:avLst/>
              <a:gdLst/>
              <a:ahLst/>
              <a:cxnLst/>
              <a:rect l="l" t="t" r="r" b="b"/>
              <a:pathLst>
                <a:path w="379" h="1051" extrusionOk="0">
                  <a:moveTo>
                    <a:pt x="0" y="1"/>
                  </a:moveTo>
                  <a:lnTo>
                    <a:pt x="0" y="818"/>
                  </a:lnTo>
                  <a:lnTo>
                    <a:pt x="379" y="1050"/>
                  </a:lnTo>
                  <a:lnTo>
                    <a:pt x="379" y="22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"/>
            <p:cNvSpPr/>
            <p:nvPr/>
          </p:nvSpPr>
          <p:spPr>
            <a:xfrm>
              <a:off x="6358294" y="3851433"/>
              <a:ext cx="44980" cy="124609"/>
            </a:xfrm>
            <a:custGeom>
              <a:avLst/>
              <a:gdLst/>
              <a:ahLst/>
              <a:cxnLst/>
              <a:rect l="l" t="t" r="r" b="b"/>
              <a:pathLst>
                <a:path w="379" h="1050" extrusionOk="0">
                  <a:moveTo>
                    <a:pt x="1" y="0"/>
                  </a:moveTo>
                  <a:lnTo>
                    <a:pt x="1" y="822"/>
                  </a:lnTo>
                  <a:lnTo>
                    <a:pt x="379" y="1049"/>
                  </a:lnTo>
                  <a:lnTo>
                    <a:pt x="379" y="23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"/>
            <p:cNvSpPr/>
            <p:nvPr/>
          </p:nvSpPr>
          <p:spPr>
            <a:xfrm>
              <a:off x="6422973" y="4011289"/>
              <a:ext cx="44980" cy="124609"/>
            </a:xfrm>
            <a:custGeom>
              <a:avLst/>
              <a:gdLst/>
              <a:ahLst/>
              <a:cxnLst/>
              <a:rect l="l" t="t" r="r" b="b"/>
              <a:pathLst>
                <a:path w="379" h="1050" extrusionOk="0">
                  <a:moveTo>
                    <a:pt x="0" y="0"/>
                  </a:moveTo>
                  <a:lnTo>
                    <a:pt x="0" y="817"/>
                  </a:lnTo>
                  <a:lnTo>
                    <a:pt x="379" y="1049"/>
                  </a:lnTo>
                  <a:lnTo>
                    <a:pt x="379" y="23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"/>
            <p:cNvSpPr/>
            <p:nvPr/>
          </p:nvSpPr>
          <p:spPr>
            <a:xfrm>
              <a:off x="6358294" y="3973551"/>
              <a:ext cx="44980" cy="122235"/>
            </a:xfrm>
            <a:custGeom>
              <a:avLst/>
              <a:gdLst/>
              <a:ahLst/>
              <a:cxnLst/>
              <a:rect l="l" t="t" r="r" b="b"/>
              <a:pathLst>
                <a:path w="379" h="1030" extrusionOk="0">
                  <a:moveTo>
                    <a:pt x="1" y="0"/>
                  </a:moveTo>
                  <a:lnTo>
                    <a:pt x="1" y="823"/>
                  </a:lnTo>
                  <a:lnTo>
                    <a:pt x="379" y="1029"/>
                  </a:lnTo>
                  <a:lnTo>
                    <a:pt x="379" y="232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"/>
            <p:cNvSpPr/>
            <p:nvPr/>
          </p:nvSpPr>
          <p:spPr>
            <a:xfrm>
              <a:off x="6290649" y="3694544"/>
              <a:ext cx="47472" cy="122235"/>
            </a:xfrm>
            <a:custGeom>
              <a:avLst/>
              <a:gdLst/>
              <a:ahLst/>
              <a:cxnLst/>
              <a:rect l="l" t="t" r="r" b="b"/>
              <a:pathLst>
                <a:path w="400" h="1030" extrusionOk="0">
                  <a:moveTo>
                    <a:pt x="1" y="1"/>
                  </a:moveTo>
                  <a:lnTo>
                    <a:pt x="1" y="798"/>
                  </a:lnTo>
                  <a:lnTo>
                    <a:pt x="399" y="1030"/>
                  </a:lnTo>
                  <a:lnTo>
                    <a:pt x="399" y="207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"/>
            <p:cNvSpPr/>
            <p:nvPr/>
          </p:nvSpPr>
          <p:spPr>
            <a:xfrm>
              <a:off x="6225971" y="3654431"/>
              <a:ext cx="47472" cy="124609"/>
            </a:xfrm>
            <a:custGeom>
              <a:avLst/>
              <a:gdLst/>
              <a:ahLst/>
              <a:cxnLst/>
              <a:rect l="l" t="t" r="r" b="b"/>
              <a:pathLst>
                <a:path w="400" h="1050" extrusionOk="0">
                  <a:moveTo>
                    <a:pt x="1" y="1"/>
                  </a:moveTo>
                  <a:lnTo>
                    <a:pt x="1" y="818"/>
                  </a:lnTo>
                  <a:lnTo>
                    <a:pt x="399" y="1050"/>
                  </a:lnTo>
                  <a:lnTo>
                    <a:pt x="399" y="233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"/>
            <p:cNvSpPr/>
            <p:nvPr/>
          </p:nvSpPr>
          <p:spPr>
            <a:xfrm>
              <a:off x="6290649" y="3814288"/>
              <a:ext cx="47472" cy="124609"/>
            </a:xfrm>
            <a:custGeom>
              <a:avLst/>
              <a:gdLst/>
              <a:ahLst/>
              <a:cxnLst/>
              <a:rect l="l" t="t" r="r" b="b"/>
              <a:pathLst>
                <a:path w="400" h="1050" extrusionOk="0">
                  <a:moveTo>
                    <a:pt x="1" y="0"/>
                  </a:moveTo>
                  <a:lnTo>
                    <a:pt x="1" y="818"/>
                  </a:lnTo>
                  <a:lnTo>
                    <a:pt x="399" y="1050"/>
                  </a:lnTo>
                  <a:lnTo>
                    <a:pt x="399" y="22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"/>
            <p:cNvSpPr/>
            <p:nvPr/>
          </p:nvSpPr>
          <p:spPr>
            <a:xfrm>
              <a:off x="6225971" y="3776549"/>
              <a:ext cx="47472" cy="124609"/>
            </a:xfrm>
            <a:custGeom>
              <a:avLst/>
              <a:gdLst/>
              <a:ahLst/>
              <a:cxnLst/>
              <a:rect l="l" t="t" r="r" b="b"/>
              <a:pathLst>
                <a:path w="400" h="1050" extrusionOk="0">
                  <a:moveTo>
                    <a:pt x="1" y="1"/>
                  </a:moveTo>
                  <a:lnTo>
                    <a:pt x="1" y="823"/>
                  </a:lnTo>
                  <a:lnTo>
                    <a:pt x="399" y="1050"/>
                  </a:lnTo>
                  <a:lnTo>
                    <a:pt x="399" y="233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"/>
            <p:cNvSpPr/>
            <p:nvPr/>
          </p:nvSpPr>
          <p:spPr>
            <a:xfrm>
              <a:off x="6290649" y="3936405"/>
              <a:ext cx="47472" cy="122235"/>
            </a:xfrm>
            <a:custGeom>
              <a:avLst/>
              <a:gdLst/>
              <a:ahLst/>
              <a:cxnLst/>
              <a:rect l="l" t="t" r="r" b="b"/>
              <a:pathLst>
                <a:path w="400" h="1030" extrusionOk="0">
                  <a:moveTo>
                    <a:pt x="1" y="0"/>
                  </a:moveTo>
                  <a:lnTo>
                    <a:pt x="1" y="818"/>
                  </a:lnTo>
                  <a:lnTo>
                    <a:pt x="399" y="1030"/>
                  </a:lnTo>
                  <a:lnTo>
                    <a:pt x="399" y="23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"/>
            <p:cNvSpPr/>
            <p:nvPr/>
          </p:nvSpPr>
          <p:spPr>
            <a:xfrm>
              <a:off x="6225971" y="3898666"/>
              <a:ext cx="47472" cy="122235"/>
            </a:xfrm>
            <a:custGeom>
              <a:avLst/>
              <a:gdLst/>
              <a:ahLst/>
              <a:cxnLst/>
              <a:rect l="l" t="t" r="r" b="b"/>
              <a:pathLst>
                <a:path w="400" h="1030" extrusionOk="0">
                  <a:moveTo>
                    <a:pt x="1" y="1"/>
                  </a:moveTo>
                  <a:lnTo>
                    <a:pt x="1" y="803"/>
                  </a:lnTo>
                  <a:lnTo>
                    <a:pt x="399" y="1030"/>
                  </a:lnTo>
                  <a:lnTo>
                    <a:pt x="399" y="213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B0A1FB"/>
                </a:gs>
                <a:gs pos="50000">
                  <a:srgbClr val="4CEEFD"/>
                </a:gs>
                <a:gs pos="100000">
                  <a:srgbClr val="4CEE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"/>
            <p:cNvSpPr/>
            <p:nvPr/>
          </p:nvSpPr>
          <p:spPr>
            <a:xfrm>
              <a:off x="6834898" y="3771802"/>
              <a:ext cx="314383" cy="626248"/>
            </a:xfrm>
            <a:custGeom>
              <a:avLst/>
              <a:gdLst/>
              <a:ahLst/>
              <a:cxnLst/>
              <a:rect l="l" t="t" r="r" b="b"/>
              <a:pathLst>
                <a:path w="2649" h="5277" extrusionOk="0">
                  <a:moveTo>
                    <a:pt x="2648" y="0"/>
                  </a:moveTo>
                  <a:lnTo>
                    <a:pt x="0" y="1534"/>
                  </a:lnTo>
                  <a:lnTo>
                    <a:pt x="0" y="5277"/>
                  </a:lnTo>
                  <a:lnTo>
                    <a:pt x="2648" y="3763"/>
                  </a:lnTo>
                  <a:lnTo>
                    <a:pt x="2648" y="0"/>
                  </a:lnTo>
                  <a:close/>
                </a:path>
              </a:pathLst>
            </a:custGeom>
            <a:gradFill>
              <a:gsLst>
                <a:gs pos="0">
                  <a:srgbClr val="007F6A"/>
                </a:gs>
                <a:gs pos="100000">
                  <a:srgbClr val="002A23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"/>
            <p:cNvSpPr/>
            <p:nvPr/>
          </p:nvSpPr>
          <p:spPr>
            <a:xfrm>
              <a:off x="7068927" y="3844194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399" y="1"/>
                  </a:moveTo>
                  <a:lnTo>
                    <a:pt x="0" y="228"/>
                  </a:lnTo>
                  <a:lnTo>
                    <a:pt x="0" y="1050"/>
                  </a:lnTo>
                  <a:lnTo>
                    <a:pt x="399" y="818"/>
                  </a:lnTo>
                  <a:lnTo>
                    <a:pt x="399" y="1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50000">
                  <a:srgbClr val="66FFE4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"/>
            <p:cNvSpPr/>
            <p:nvPr/>
          </p:nvSpPr>
          <p:spPr>
            <a:xfrm>
              <a:off x="7004248" y="3881339"/>
              <a:ext cx="47472" cy="124609"/>
            </a:xfrm>
            <a:custGeom>
              <a:avLst/>
              <a:gdLst/>
              <a:ahLst/>
              <a:cxnLst/>
              <a:rect l="l" t="t" r="r" b="b"/>
              <a:pathLst>
                <a:path w="400" h="1050" extrusionOk="0">
                  <a:moveTo>
                    <a:pt x="399" y="0"/>
                  </a:moveTo>
                  <a:lnTo>
                    <a:pt x="1" y="232"/>
                  </a:lnTo>
                  <a:lnTo>
                    <a:pt x="1" y="1050"/>
                  </a:lnTo>
                  <a:lnTo>
                    <a:pt x="399" y="823"/>
                  </a:lnTo>
                  <a:lnTo>
                    <a:pt x="399" y="0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50000">
                  <a:srgbClr val="66FFE4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"/>
            <p:cNvSpPr/>
            <p:nvPr/>
          </p:nvSpPr>
          <p:spPr>
            <a:xfrm>
              <a:off x="7068927" y="3966311"/>
              <a:ext cx="47353" cy="124609"/>
            </a:xfrm>
            <a:custGeom>
              <a:avLst/>
              <a:gdLst/>
              <a:ahLst/>
              <a:cxnLst/>
              <a:rect l="l" t="t" r="r" b="b"/>
              <a:pathLst>
                <a:path w="399" h="1050" extrusionOk="0">
                  <a:moveTo>
                    <a:pt x="399" y="1"/>
                  </a:moveTo>
                  <a:lnTo>
                    <a:pt x="0" y="233"/>
                  </a:lnTo>
                  <a:lnTo>
                    <a:pt x="0" y="1050"/>
                  </a:lnTo>
                  <a:lnTo>
                    <a:pt x="399" y="818"/>
                  </a:lnTo>
                  <a:lnTo>
                    <a:pt x="399" y="1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50000">
                  <a:srgbClr val="66FFE4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"/>
            <p:cNvSpPr/>
            <p:nvPr/>
          </p:nvSpPr>
          <p:spPr>
            <a:xfrm>
              <a:off x="7004248" y="4003457"/>
              <a:ext cx="47472" cy="125202"/>
            </a:xfrm>
            <a:custGeom>
              <a:avLst/>
              <a:gdLst/>
              <a:ahLst/>
              <a:cxnLst/>
              <a:rect l="l" t="t" r="r" b="b"/>
              <a:pathLst>
                <a:path w="400" h="1055" extrusionOk="0">
                  <a:moveTo>
                    <a:pt x="399" y="0"/>
                  </a:moveTo>
                  <a:lnTo>
                    <a:pt x="1" y="233"/>
                  </a:lnTo>
                  <a:lnTo>
                    <a:pt x="1" y="1055"/>
                  </a:lnTo>
                  <a:lnTo>
                    <a:pt x="399" y="823"/>
                  </a:lnTo>
                  <a:lnTo>
                    <a:pt x="399" y="0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50000">
                  <a:srgbClr val="66FFE4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"/>
            <p:cNvSpPr/>
            <p:nvPr/>
          </p:nvSpPr>
          <p:spPr>
            <a:xfrm>
              <a:off x="7068927" y="4088429"/>
              <a:ext cx="47353" cy="122235"/>
            </a:xfrm>
            <a:custGeom>
              <a:avLst/>
              <a:gdLst/>
              <a:ahLst/>
              <a:cxnLst/>
              <a:rect l="l" t="t" r="r" b="b"/>
              <a:pathLst>
                <a:path w="399" h="1030" extrusionOk="0">
                  <a:moveTo>
                    <a:pt x="399" y="1"/>
                  </a:moveTo>
                  <a:lnTo>
                    <a:pt x="0" y="213"/>
                  </a:lnTo>
                  <a:lnTo>
                    <a:pt x="0" y="1030"/>
                  </a:lnTo>
                  <a:lnTo>
                    <a:pt x="399" y="798"/>
                  </a:lnTo>
                  <a:lnTo>
                    <a:pt x="399" y="1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50000">
                  <a:srgbClr val="66FFE4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"/>
            <p:cNvSpPr/>
            <p:nvPr/>
          </p:nvSpPr>
          <p:spPr>
            <a:xfrm>
              <a:off x="7004248" y="4125574"/>
              <a:ext cx="47472" cy="122829"/>
            </a:xfrm>
            <a:custGeom>
              <a:avLst/>
              <a:gdLst/>
              <a:ahLst/>
              <a:cxnLst/>
              <a:rect l="l" t="t" r="r" b="b"/>
              <a:pathLst>
                <a:path w="400" h="1035" extrusionOk="0">
                  <a:moveTo>
                    <a:pt x="399" y="1"/>
                  </a:moveTo>
                  <a:lnTo>
                    <a:pt x="1" y="212"/>
                  </a:lnTo>
                  <a:lnTo>
                    <a:pt x="1" y="1035"/>
                  </a:lnTo>
                  <a:lnTo>
                    <a:pt x="399" y="823"/>
                  </a:lnTo>
                  <a:lnTo>
                    <a:pt x="399" y="1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50000">
                  <a:srgbClr val="66FFE4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"/>
            <p:cNvSpPr/>
            <p:nvPr/>
          </p:nvSpPr>
          <p:spPr>
            <a:xfrm>
              <a:off x="6939570" y="3921452"/>
              <a:ext cx="45098" cy="122235"/>
            </a:xfrm>
            <a:custGeom>
              <a:avLst/>
              <a:gdLst/>
              <a:ahLst/>
              <a:cxnLst/>
              <a:rect l="l" t="t" r="r" b="b"/>
              <a:pathLst>
                <a:path w="380" h="1030" extrusionOk="0">
                  <a:moveTo>
                    <a:pt x="379" y="0"/>
                  </a:moveTo>
                  <a:lnTo>
                    <a:pt x="1" y="207"/>
                  </a:lnTo>
                  <a:lnTo>
                    <a:pt x="1" y="1029"/>
                  </a:lnTo>
                  <a:lnTo>
                    <a:pt x="379" y="797"/>
                  </a:lnTo>
                  <a:lnTo>
                    <a:pt x="379" y="0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50000">
                  <a:srgbClr val="66FFE4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"/>
            <p:cNvSpPr/>
            <p:nvPr/>
          </p:nvSpPr>
          <p:spPr>
            <a:xfrm>
              <a:off x="6871924" y="3958597"/>
              <a:ext cx="47472" cy="122235"/>
            </a:xfrm>
            <a:custGeom>
              <a:avLst/>
              <a:gdLst/>
              <a:ahLst/>
              <a:cxnLst/>
              <a:rect l="l" t="t" r="r" b="b"/>
              <a:pathLst>
                <a:path w="400" h="1030" extrusionOk="0">
                  <a:moveTo>
                    <a:pt x="399" y="0"/>
                  </a:moveTo>
                  <a:lnTo>
                    <a:pt x="1" y="232"/>
                  </a:lnTo>
                  <a:lnTo>
                    <a:pt x="1" y="1029"/>
                  </a:lnTo>
                  <a:lnTo>
                    <a:pt x="399" y="822"/>
                  </a:lnTo>
                  <a:lnTo>
                    <a:pt x="399" y="0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50000">
                  <a:srgbClr val="66FFE4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"/>
            <p:cNvSpPr/>
            <p:nvPr/>
          </p:nvSpPr>
          <p:spPr>
            <a:xfrm>
              <a:off x="6939570" y="4041196"/>
              <a:ext cx="45098" cy="124609"/>
            </a:xfrm>
            <a:custGeom>
              <a:avLst/>
              <a:gdLst/>
              <a:ahLst/>
              <a:cxnLst/>
              <a:rect l="l" t="t" r="r" b="b"/>
              <a:pathLst>
                <a:path w="380" h="1050" extrusionOk="0">
                  <a:moveTo>
                    <a:pt x="379" y="0"/>
                  </a:moveTo>
                  <a:lnTo>
                    <a:pt x="1" y="232"/>
                  </a:lnTo>
                  <a:lnTo>
                    <a:pt x="1" y="1050"/>
                  </a:lnTo>
                  <a:lnTo>
                    <a:pt x="379" y="817"/>
                  </a:lnTo>
                  <a:lnTo>
                    <a:pt x="379" y="0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50000">
                  <a:srgbClr val="66FFE4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"/>
            <p:cNvSpPr/>
            <p:nvPr/>
          </p:nvSpPr>
          <p:spPr>
            <a:xfrm>
              <a:off x="6871924" y="4078341"/>
              <a:ext cx="47472" cy="125202"/>
            </a:xfrm>
            <a:custGeom>
              <a:avLst/>
              <a:gdLst/>
              <a:ahLst/>
              <a:cxnLst/>
              <a:rect l="l" t="t" r="r" b="b"/>
              <a:pathLst>
                <a:path w="400" h="1055" extrusionOk="0">
                  <a:moveTo>
                    <a:pt x="399" y="0"/>
                  </a:moveTo>
                  <a:lnTo>
                    <a:pt x="1" y="232"/>
                  </a:lnTo>
                  <a:lnTo>
                    <a:pt x="1" y="1054"/>
                  </a:lnTo>
                  <a:lnTo>
                    <a:pt x="399" y="822"/>
                  </a:lnTo>
                  <a:lnTo>
                    <a:pt x="399" y="0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50000">
                  <a:srgbClr val="66FFE4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"/>
            <p:cNvSpPr/>
            <p:nvPr/>
          </p:nvSpPr>
          <p:spPr>
            <a:xfrm>
              <a:off x="6939570" y="4163313"/>
              <a:ext cx="45098" cy="122235"/>
            </a:xfrm>
            <a:custGeom>
              <a:avLst/>
              <a:gdLst/>
              <a:ahLst/>
              <a:cxnLst/>
              <a:rect l="l" t="t" r="r" b="b"/>
              <a:pathLst>
                <a:path w="380" h="1030" extrusionOk="0">
                  <a:moveTo>
                    <a:pt x="379" y="0"/>
                  </a:moveTo>
                  <a:lnTo>
                    <a:pt x="1" y="232"/>
                  </a:lnTo>
                  <a:lnTo>
                    <a:pt x="1" y="1029"/>
                  </a:lnTo>
                  <a:lnTo>
                    <a:pt x="379" y="818"/>
                  </a:lnTo>
                  <a:lnTo>
                    <a:pt x="379" y="0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50000">
                  <a:srgbClr val="66FFE4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"/>
            <p:cNvSpPr/>
            <p:nvPr/>
          </p:nvSpPr>
          <p:spPr>
            <a:xfrm>
              <a:off x="6871924" y="4200459"/>
              <a:ext cx="47472" cy="125202"/>
            </a:xfrm>
            <a:custGeom>
              <a:avLst/>
              <a:gdLst/>
              <a:ahLst/>
              <a:cxnLst/>
              <a:rect l="l" t="t" r="r" b="b"/>
              <a:pathLst>
                <a:path w="400" h="1055" extrusionOk="0">
                  <a:moveTo>
                    <a:pt x="399" y="0"/>
                  </a:moveTo>
                  <a:lnTo>
                    <a:pt x="1" y="232"/>
                  </a:lnTo>
                  <a:lnTo>
                    <a:pt x="1" y="1054"/>
                  </a:lnTo>
                  <a:lnTo>
                    <a:pt x="399" y="822"/>
                  </a:lnTo>
                  <a:lnTo>
                    <a:pt x="399" y="0"/>
                  </a:lnTo>
                  <a:close/>
                </a:path>
              </a:pathLst>
            </a:custGeom>
            <a:gradFill>
              <a:gsLst>
                <a:gs pos="0">
                  <a:srgbClr val="99FEED"/>
                </a:gs>
                <a:gs pos="50000">
                  <a:srgbClr val="66FFE4"/>
                </a:gs>
                <a:gs pos="100000">
                  <a:srgbClr val="007F6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"/>
            <p:cNvSpPr/>
            <p:nvPr/>
          </p:nvSpPr>
          <p:spPr>
            <a:xfrm>
              <a:off x="6188350" y="3399991"/>
              <a:ext cx="960952" cy="553856"/>
            </a:xfrm>
            <a:custGeom>
              <a:avLst/>
              <a:gdLst/>
              <a:ahLst/>
              <a:cxnLst/>
              <a:rect l="l" t="t" r="r" b="b"/>
              <a:pathLst>
                <a:path w="8097" h="4667" extrusionOk="0">
                  <a:moveTo>
                    <a:pt x="2628" y="1"/>
                  </a:moveTo>
                  <a:lnTo>
                    <a:pt x="0" y="1514"/>
                  </a:lnTo>
                  <a:lnTo>
                    <a:pt x="5448" y="4667"/>
                  </a:lnTo>
                  <a:lnTo>
                    <a:pt x="8096" y="3133"/>
                  </a:lnTo>
                  <a:lnTo>
                    <a:pt x="2628" y="1"/>
                  </a:lnTo>
                  <a:close/>
                </a:path>
              </a:pathLst>
            </a:custGeom>
            <a:gradFill>
              <a:gsLst>
                <a:gs pos="0">
                  <a:srgbClr val="004C3F"/>
                </a:gs>
                <a:gs pos="100000">
                  <a:srgbClr val="10092D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"/>
            <p:cNvSpPr/>
            <p:nvPr/>
          </p:nvSpPr>
          <p:spPr>
            <a:xfrm>
              <a:off x="6410393" y="3519734"/>
              <a:ext cx="112627" cy="64797"/>
            </a:xfrm>
            <a:custGeom>
              <a:avLst/>
              <a:gdLst/>
              <a:ahLst/>
              <a:cxnLst/>
              <a:rect l="l" t="t" r="r" b="b"/>
              <a:pathLst>
                <a:path w="949" h="546" extrusionOk="0">
                  <a:moveTo>
                    <a:pt x="465" y="1"/>
                  </a:moveTo>
                  <a:lnTo>
                    <a:pt x="1" y="273"/>
                  </a:lnTo>
                  <a:lnTo>
                    <a:pt x="465" y="545"/>
                  </a:lnTo>
                  <a:lnTo>
                    <a:pt x="949" y="273"/>
                  </a:lnTo>
                  <a:lnTo>
                    <a:pt x="465" y="1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"/>
            <p:cNvSpPr/>
            <p:nvPr/>
          </p:nvSpPr>
          <p:spPr>
            <a:xfrm>
              <a:off x="6617483" y="3639478"/>
              <a:ext cx="112746" cy="64797"/>
            </a:xfrm>
            <a:custGeom>
              <a:avLst/>
              <a:gdLst/>
              <a:ahLst/>
              <a:cxnLst/>
              <a:rect l="l" t="t" r="r" b="b"/>
              <a:pathLst>
                <a:path w="950" h="546" extrusionOk="0">
                  <a:moveTo>
                    <a:pt x="485" y="0"/>
                  </a:moveTo>
                  <a:lnTo>
                    <a:pt x="1" y="273"/>
                  </a:lnTo>
                  <a:lnTo>
                    <a:pt x="485" y="545"/>
                  </a:lnTo>
                  <a:lnTo>
                    <a:pt x="949" y="273"/>
                  </a:lnTo>
                  <a:lnTo>
                    <a:pt x="485" y="0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"/>
            <p:cNvSpPr/>
            <p:nvPr/>
          </p:nvSpPr>
          <p:spPr>
            <a:xfrm>
              <a:off x="6824691" y="3759222"/>
              <a:ext cx="112034" cy="64797"/>
            </a:xfrm>
            <a:custGeom>
              <a:avLst/>
              <a:gdLst/>
              <a:ahLst/>
              <a:cxnLst/>
              <a:rect l="l" t="t" r="r" b="b"/>
              <a:pathLst>
                <a:path w="944" h="546" extrusionOk="0">
                  <a:moveTo>
                    <a:pt x="485" y="0"/>
                  </a:moveTo>
                  <a:lnTo>
                    <a:pt x="0" y="273"/>
                  </a:lnTo>
                  <a:lnTo>
                    <a:pt x="485" y="545"/>
                  </a:lnTo>
                  <a:lnTo>
                    <a:pt x="944" y="273"/>
                  </a:lnTo>
                  <a:lnTo>
                    <a:pt x="485" y="0"/>
                  </a:lnTo>
                  <a:close/>
                </a:path>
              </a:pathLst>
            </a:custGeom>
            <a:gradFill>
              <a:gsLst>
                <a:gs pos="0">
                  <a:srgbClr val="4CEEFD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"/>
            <p:cNvSpPr/>
            <p:nvPr/>
          </p:nvSpPr>
          <p:spPr>
            <a:xfrm>
              <a:off x="6192046" y="2718555"/>
              <a:ext cx="960952" cy="1239916"/>
            </a:xfrm>
            <a:custGeom>
              <a:avLst/>
              <a:gdLst/>
              <a:ahLst/>
              <a:cxnLst/>
              <a:rect l="l" t="t" r="r" b="b"/>
              <a:pathLst>
                <a:path w="8097" h="10448" extrusionOk="0">
                  <a:moveTo>
                    <a:pt x="2628" y="1"/>
                  </a:moveTo>
                  <a:lnTo>
                    <a:pt x="0" y="1514"/>
                  </a:lnTo>
                  <a:lnTo>
                    <a:pt x="0" y="7295"/>
                  </a:lnTo>
                  <a:lnTo>
                    <a:pt x="5448" y="10448"/>
                  </a:lnTo>
                  <a:lnTo>
                    <a:pt x="8096" y="8909"/>
                  </a:lnTo>
                  <a:lnTo>
                    <a:pt x="8096" y="3154"/>
                  </a:lnTo>
                  <a:lnTo>
                    <a:pt x="2628" y="1"/>
                  </a:lnTo>
                  <a:close/>
                </a:path>
              </a:pathLst>
            </a:custGeom>
            <a:gradFill>
              <a:gsLst>
                <a:gs pos="0">
                  <a:srgbClr val="4CEEFD">
                    <a:alpha val="35686"/>
                  </a:srgbClr>
                </a:gs>
                <a:gs pos="34000">
                  <a:srgbClr val="4CEEFD">
                    <a:alpha val="35686"/>
                  </a:srgbClr>
                </a:gs>
                <a:gs pos="100000">
                  <a:srgbClr val="4CEEFD">
                    <a:alpha val="35686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"/>
            <p:cNvSpPr/>
            <p:nvPr/>
          </p:nvSpPr>
          <p:spPr>
            <a:xfrm rot="10800000">
              <a:off x="5445290" y="3825035"/>
              <a:ext cx="1135293" cy="846034"/>
            </a:xfrm>
            <a:custGeom>
              <a:avLst/>
              <a:gdLst/>
              <a:ahLst/>
              <a:cxnLst/>
              <a:rect l="l" t="t" r="r" b="b"/>
              <a:pathLst>
                <a:path w="9566" h="7129" extrusionOk="0">
                  <a:moveTo>
                    <a:pt x="8178" y="0"/>
                  </a:moveTo>
                  <a:lnTo>
                    <a:pt x="1" y="4732"/>
                  </a:lnTo>
                  <a:lnTo>
                    <a:pt x="1" y="6326"/>
                  </a:lnTo>
                  <a:lnTo>
                    <a:pt x="1388" y="7128"/>
                  </a:lnTo>
                  <a:lnTo>
                    <a:pt x="9565" y="2397"/>
                  </a:lnTo>
                  <a:lnTo>
                    <a:pt x="9565" y="798"/>
                  </a:lnTo>
                  <a:lnTo>
                    <a:pt x="8178" y="0"/>
                  </a:lnTo>
                  <a:close/>
                </a:path>
              </a:pathLst>
            </a:custGeom>
            <a:gradFill>
              <a:gsLst>
                <a:gs pos="0">
                  <a:srgbClr val="4CEEFD">
                    <a:alpha val="35686"/>
                  </a:srgbClr>
                </a:gs>
                <a:gs pos="34000">
                  <a:srgbClr val="4CEEFD">
                    <a:alpha val="35686"/>
                  </a:srgbClr>
                </a:gs>
                <a:gs pos="100000">
                  <a:srgbClr val="4CEEFD">
                    <a:alpha val="35686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SzPts val="1800"/>
              </a:pPr>
              <a:endParaRPr sz="2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893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5"/>
          <p:cNvSpPr txBox="1"/>
          <p:nvPr/>
        </p:nvSpPr>
        <p:spPr>
          <a:xfrm>
            <a:off x="346268" y="-30083"/>
            <a:ext cx="1064255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buClr>
                <a:srgbClr val="000000"/>
              </a:buClr>
              <a:buSzPts val="2000"/>
            </a:pPr>
            <a:r>
              <a:rPr lang="en-GB" b="1" kern="0" dirty="0" smtClean="0">
                <a:solidFill>
                  <a:srgbClr val="071F7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Bidding overall</a:t>
            </a:r>
            <a:endParaRPr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343" name="Google Shape;343;p75"/>
          <p:cNvCxnSpPr/>
          <p:nvPr/>
        </p:nvCxnSpPr>
        <p:spPr>
          <a:xfrm>
            <a:off x="442956" y="462061"/>
            <a:ext cx="1119959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8" name="Google Shape;378;p75"/>
          <p:cNvSpPr/>
          <p:nvPr/>
        </p:nvSpPr>
        <p:spPr>
          <a:xfrm>
            <a:off x="-2" y="1"/>
            <a:ext cx="314038" cy="6852641"/>
          </a:xfrm>
          <a:prstGeom prst="rect">
            <a:avLst/>
          </a:prstGeom>
          <a:gradFill>
            <a:gsLst>
              <a:gs pos="0">
                <a:schemeClr val="dk1"/>
              </a:gs>
              <a:gs pos="39000">
                <a:srgbClr val="00EAC3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400"/>
            </a:pPr>
            <a:endParaRPr sz="1867" kern="0">
              <a:solidFill>
                <a:srgbClr val="0084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75"/>
          <p:cNvSpPr txBox="1"/>
          <p:nvPr/>
        </p:nvSpPr>
        <p:spPr>
          <a:xfrm>
            <a:off x="11670392" y="6465615"/>
            <a:ext cx="480000" cy="31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 defTabSz="1219170">
              <a:buClr>
                <a:srgbClr val="000000"/>
              </a:buClr>
              <a:buSzPts val="1200"/>
            </a:pPr>
            <a:fld id="{00000000-1234-1234-1234-123412341234}" type="slidenum">
              <a:rPr lang="en-GB" sz="1100" kern="0">
                <a:solidFill>
                  <a:srgbClr val="888888"/>
                </a:solidFill>
                <a:latin typeface="Gadugi" panose="020B0502040204020203" pitchFamily="34" charset="0"/>
                <a:ea typeface="Gadugi" panose="020B0502040204020203" pitchFamily="34" charset="0"/>
                <a:cs typeface="Calibri"/>
                <a:sym typeface="Calibri"/>
              </a:rPr>
              <a:pPr algn="r" defTabSz="1219170">
                <a:buClr>
                  <a:srgbClr val="000000"/>
                </a:buClr>
                <a:buSzPts val="1200"/>
              </a:pPr>
              <a:t>2</a:t>
            </a:fld>
            <a:endParaRPr sz="1100" kern="0">
              <a:solidFill>
                <a:srgbClr val="888888"/>
              </a:solidFill>
              <a:latin typeface="Gadugi" panose="020B0502040204020203" pitchFamily="34" charset="0"/>
              <a:ea typeface="Gadug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5567" y="1266534"/>
            <a:ext cx="2904942" cy="1976288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Cost Saving progress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Horizontal axis: by Month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Vertical axis:  Value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customized </a:t>
            </a:r>
          </a:p>
          <a:p>
            <a:pPr marL="171450" indent="-171450" algn="just">
              <a:buFontTx/>
              <a:buChar char="-"/>
            </a:pPr>
            <a:r>
              <a:rPr lang="en-US" sz="105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Project code, 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Supplier</a:t>
            </a:r>
            <a:endParaRPr lang="en-US" sz="1050" b="1" dirty="0" smtClean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 view the progress of cost consumed during the time period of each project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Target is the estimated value based on BOQ price and material requirements.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88770" y="1266534"/>
            <a:ext cx="3011055" cy="1976288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Top Saving project 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Combine: showing its total Project Value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Sort by Project Value or Project Saving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Horizontal value axis: Value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Vertical axis:  Project code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Bar chart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Time period, Project Location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922" y="1266534"/>
            <a:ext cx="3189762" cy="1910775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475567" y="603316"/>
            <a:ext cx="2107377" cy="44825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# projects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Number of projects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750954" y="604756"/>
            <a:ext cx="2107377" cy="44825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Total spend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total spend this year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19862" y="603316"/>
            <a:ext cx="2107377" cy="44825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Total volume purchased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total volume this year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288770" y="603316"/>
            <a:ext cx="2107377" cy="44825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Total saving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total saving this year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564157" y="603316"/>
            <a:ext cx="2228775" cy="44825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Total projects having loss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total project having loss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5567" y="3456343"/>
            <a:ext cx="2904942" cy="2297912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Supplier price comparison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Horizontal axis: by Month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Vertical axis:  Average price of Supplier or Latest approved price 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(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ví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dụ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, 1 Jan approve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x,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đến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2 May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mới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có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y,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thì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during Jan – May,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x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được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thể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hiện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)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Line chart </a:t>
            </a:r>
          </a:p>
          <a:p>
            <a:pPr marL="171450" indent="-171450" algn="just">
              <a:buFontTx/>
              <a:buChar char="-"/>
            </a:pPr>
            <a:r>
              <a:rPr lang="en-US" sz="105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Project code, 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Item code or Item category</a:t>
            </a:r>
            <a:endParaRPr lang="en-US" sz="1050" b="1" dirty="0" smtClean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 view the price fluctuation versus target price (market price or BOQ)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9862" y="3456343"/>
            <a:ext cx="2904942" cy="2297912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Item price fluctuation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Horizontal axis: by Month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Vertical axis:  Average price of item or Latest approved price 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(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ví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dụ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, 1 Jan approve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x,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đến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2 May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mới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có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y,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thì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during Jan – May,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x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được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thể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hiện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)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Line chart </a:t>
            </a:r>
          </a:p>
          <a:p>
            <a:pPr marL="171450" indent="-171450" algn="just">
              <a:buFontTx/>
              <a:buChar char="-"/>
            </a:pPr>
            <a:r>
              <a:rPr lang="en-US" sz="105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Project code, 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Supplier</a:t>
            </a:r>
            <a:endParaRPr lang="en-US" sz="1050" b="1" dirty="0" smtClean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 view the price fluctuation versus target price (market price or BOQ)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567" y="5876104"/>
            <a:ext cx="11387850" cy="906630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Note:</a:t>
            </a:r>
          </a:p>
          <a:p>
            <a:pPr algn="just">
              <a:spcBef>
                <a:spcPts val="600"/>
              </a:spcBef>
            </a:pP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Đối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với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dữ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liệu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chọn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lấy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quoted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hoặc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approved (subject to user’s choice).</a:t>
            </a:r>
          </a:p>
          <a:p>
            <a:pPr algn="just">
              <a:spcBef>
                <a:spcPts val="600"/>
              </a:spcBef>
            </a:pP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Trong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dữ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liệu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nếu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tháng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1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có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tháng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2 3 4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không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có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thì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apply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tháng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1 (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vì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đi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theo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Valid date).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Nếu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tháng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1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có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trên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1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lần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thì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lấy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trung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bình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Tuy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nhiên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, concern ở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chỗ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nếu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tầm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giữa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tháng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hay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cuối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tháng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mới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có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vậy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thì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này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có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tính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là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giá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của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tháng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không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? Hay chia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tỷ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lệ</a:t>
            </a:r>
            <a:r>
              <a:rPr lang="en-US" sz="1000" dirty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để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0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lấy</a:t>
            </a:r>
            <a:r>
              <a:rPr lang="en-US" sz="10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Weighted Average?</a:t>
            </a:r>
          </a:p>
        </p:txBody>
      </p:sp>
    </p:spTree>
    <p:extLst>
      <p:ext uri="{BB962C8B-B14F-4D97-AF65-F5344CB8AC3E}">
        <p14:creationId xmlns:p14="http://schemas.microsoft.com/office/powerpoint/2010/main" val="2984511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5"/>
          <p:cNvSpPr txBox="1"/>
          <p:nvPr/>
        </p:nvSpPr>
        <p:spPr>
          <a:xfrm>
            <a:off x="346268" y="-30083"/>
            <a:ext cx="1064255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buClr>
                <a:srgbClr val="000000"/>
              </a:buClr>
              <a:buSzPts val="2000"/>
            </a:pPr>
            <a:r>
              <a:rPr lang="en-GB" b="1" kern="0" dirty="0" smtClean="0">
                <a:solidFill>
                  <a:srgbClr val="071F7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Bidding ITEM profiling</a:t>
            </a:r>
            <a:endParaRPr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343" name="Google Shape;343;p75"/>
          <p:cNvCxnSpPr/>
          <p:nvPr/>
        </p:nvCxnSpPr>
        <p:spPr>
          <a:xfrm>
            <a:off x="442956" y="462061"/>
            <a:ext cx="1119959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8" name="Google Shape;378;p75"/>
          <p:cNvSpPr/>
          <p:nvPr/>
        </p:nvSpPr>
        <p:spPr>
          <a:xfrm>
            <a:off x="-2" y="1"/>
            <a:ext cx="314038" cy="6852641"/>
          </a:xfrm>
          <a:prstGeom prst="rect">
            <a:avLst/>
          </a:prstGeom>
          <a:gradFill>
            <a:gsLst>
              <a:gs pos="0">
                <a:schemeClr val="dk1"/>
              </a:gs>
              <a:gs pos="39000">
                <a:srgbClr val="00EAC3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400"/>
            </a:pPr>
            <a:endParaRPr sz="1867" kern="0">
              <a:solidFill>
                <a:srgbClr val="0084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75"/>
          <p:cNvSpPr txBox="1"/>
          <p:nvPr/>
        </p:nvSpPr>
        <p:spPr>
          <a:xfrm>
            <a:off x="11670392" y="6465615"/>
            <a:ext cx="480000" cy="31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 defTabSz="1219170">
              <a:buClr>
                <a:srgbClr val="000000"/>
              </a:buClr>
              <a:buSzPts val="1200"/>
            </a:pPr>
            <a:fld id="{00000000-1234-1234-1234-123412341234}" type="slidenum">
              <a:rPr lang="en-GB" sz="1100" kern="0">
                <a:solidFill>
                  <a:srgbClr val="888888"/>
                </a:solidFill>
                <a:latin typeface="Gadugi" panose="020B0502040204020203" pitchFamily="34" charset="0"/>
                <a:ea typeface="Gadugi" panose="020B0502040204020203" pitchFamily="34" charset="0"/>
                <a:cs typeface="Calibri"/>
                <a:sym typeface="Calibri"/>
              </a:rPr>
              <a:pPr algn="r" defTabSz="1219170">
                <a:buClr>
                  <a:srgbClr val="000000"/>
                </a:buClr>
                <a:buSzPts val="1200"/>
              </a:pPr>
              <a:t>3</a:t>
            </a:fld>
            <a:endParaRPr sz="1100" kern="0">
              <a:solidFill>
                <a:srgbClr val="888888"/>
              </a:solidFill>
              <a:latin typeface="Gadugi" panose="020B0502040204020203" pitchFamily="34" charset="0"/>
              <a:ea typeface="Gadug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5567" y="1266534"/>
            <a:ext cx="2683270" cy="1976288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Top Coverage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 axis:  Number of suppliers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Category axis:  Item </a:t>
            </a:r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or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Category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Bar chart 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Time period, Project Location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Should choose Item Category i/o item differentiated by specification (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eg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, Xi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mang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i/o Xi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mang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xam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20368" y="1266534"/>
            <a:ext cx="2600141" cy="1976288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Top Volume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 axis:  Total volume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Category axis:  Item </a:t>
            </a:r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or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Category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Bar chart 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Time period, Project Location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2040" y="1266534"/>
            <a:ext cx="2683270" cy="1976288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Top Amount (Spend) 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 axis:  Total spend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Category axis:  Item </a:t>
            </a:r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or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Category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Bar chart 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Time period, Project Location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Formula:  Price x Quantity </a:t>
            </a:r>
            <a:r>
              <a:rPr lang="en-US" sz="9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(Price at each time period multiply with Volume purchased during that period)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94618" y="1266534"/>
            <a:ext cx="3011055" cy="1976288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Item positioning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Horizontal value axis: Value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Vertical value axis:  # of suppliers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Category: Item </a:t>
            </a:r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or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Category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Quadrant chart 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Time period, Project Location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9455" y="3399363"/>
            <a:ext cx="2683270" cy="340036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Price fluctuation by Item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Vertical axis (Value): Average price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Horizontal axis:  Time (by month)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Line chart (comparison)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Time period, Project Location, Supplier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Data: 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Average price of item per all included suppliers during the time period</a:t>
            </a:r>
          </a:p>
          <a:p>
            <a:pPr algn="just"/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Benchmark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: Average market price (price of all supplier quoted)</a:t>
            </a:r>
            <a:r>
              <a:rPr lang="en-US" sz="1050" dirty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or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average BOQ price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Customization: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Under benchmark: green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Over benchmark: red</a:t>
            </a:r>
          </a:p>
        </p:txBody>
      </p:sp>
      <p:pic>
        <p:nvPicPr>
          <p:cNvPr id="1026" name="Picture 2" descr="UK price comparison sites face challenge in switching shake-up | Financial  Tim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256" y="3426321"/>
            <a:ext cx="2600141" cy="159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/>
          <p:cNvSpPr/>
          <p:nvPr/>
        </p:nvSpPr>
        <p:spPr>
          <a:xfrm>
            <a:off x="8894618" y="3401221"/>
            <a:ext cx="2828689" cy="340036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Saving by Item &amp; Top Saving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Vertical axis (Value): Amount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Horizontal axis:  Time (by month)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Line chart (comparison among supplier)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Time period, Project Location, Supplier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Data: 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Cost saving of item</a:t>
            </a:r>
          </a:p>
          <a:p>
            <a:pPr algn="just"/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Benchmark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: Amount based on average market price (price of all supplier quoted)</a:t>
            </a:r>
            <a:r>
              <a:rPr lang="en-US" sz="1050" dirty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or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BOQ price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Customization: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Less than 0: red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Over 0: green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- Or choose to visualize </a:t>
            </a:r>
            <a:r>
              <a:rPr lang="en-US" sz="105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Top Saving Chart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567" y="603316"/>
            <a:ext cx="2107377" cy="44825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# items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Number of items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94107" y="603314"/>
            <a:ext cx="2107377" cy="575623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Average price </a:t>
            </a:r>
            <a:r>
              <a:rPr lang="en-US" sz="9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this year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avg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price of items (vs market or BOQ price)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750954" y="604756"/>
            <a:ext cx="2107377" cy="44825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Total spend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total spend this year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19862" y="603316"/>
            <a:ext cx="2107377" cy="44825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Total volume purchased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total volume this year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535172" y="603316"/>
            <a:ext cx="2107377" cy="44825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Total saving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total saving this year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73550" y="3382367"/>
            <a:ext cx="2683270" cy="340036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Top increase &amp; its Amount</a:t>
            </a:r>
            <a:endParaRPr lang="en-US" sz="1100" b="1" dirty="0" smtClean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 axis: Increase MOM or YOY 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Category axis:  Item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Combine to show Spend of item. Sort by Top %increase</a:t>
            </a:r>
            <a:endParaRPr lang="en-US" sz="1050" dirty="0" smtClean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Bar chart/Combo chart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: Time period, Project Location, Supplier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Data: 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Average price of item per all included suppliers during the time 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period =&gt; %increase</a:t>
            </a:r>
          </a:p>
          <a:p>
            <a:pPr algn="just"/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Benchmark (if using)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: Average market price (price of all supplier quoted)  </a:t>
            </a:r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or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average BOQ price =&gt; % increase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Customization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: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Under benchmark: green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Over benchmark: red</a:t>
            </a:r>
          </a:p>
        </p:txBody>
      </p:sp>
    </p:spTree>
    <p:extLst>
      <p:ext uri="{BB962C8B-B14F-4D97-AF65-F5344CB8AC3E}">
        <p14:creationId xmlns:p14="http://schemas.microsoft.com/office/powerpoint/2010/main" val="3112137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5"/>
          <p:cNvSpPr txBox="1"/>
          <p:nvPr/>
        </p:nvSpPr>
        <p:spPr>
          <a:xfrm>
            <a:off x="346268" y="-30083"/>
            <a:ext cx="1064255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buClr>
                <a:srgbClr val="000000"/>
              </a:buClr>
              <a:buSzPts val="2000"/>
            </a:pPr>
            <a:r>
              <a:rPr lang="en-GB" b="1" kern="0" dirty="0" smtClean="0">
                <a:solidFill>
                  <a:srgbClr val="071F7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Bidding SUPPLIER profiling</a:t>
            </a:r>
            <a:endParaRPr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343" name="Google Shape;343;p75"/>
          <p:cNvCxnSpPr/>
          <p:nvPr/>
        </p:nvCxnSpPr>
        <p:spPr>
          <a:xfrm>
            <a:off x="442956" y="462061"/>
            <a:ext cx="1119959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8" name="Google Shape;378;p75"/>
          <p:cNvSpPr/>
          <p:nvPr/>
        </p:nvSpPr>
        <p:spPr>
          <a:xfrm>
            <a:off x="-2" y="1"/>
            <a:ext cx="314038" cy="6852641"/>
          </a:xfrm>
          <a:prstGeom prst="rect">
            <a:avLst/>
          </a:prstGeom>
          <a:gradFill>
            <a:gsLst>
              <a:gs pos="0">
                <a:schemeClr val="dk1"/>
              </a:gs>
              <a:gs pos="39000">
                <a:srgbClr val="00EAC3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400"/>
            </a:pPr>
            <a:endParaRPr sz="1867" kern="0">
              <a:solidFill>
                <a:srgbClr val="0084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75"/>
          <p:cNvSpPr txBox="1"/>
          <p:nvPr/>
        </p:nvSpPr>
        <p:spPr>
          <a:xfrm>
            <a:off x="11670392" y="6465615"/>
            <a:ext cx="480000" cy="31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 defTabSz="1219170">
              <a:buClr>
                <a:srgbClr val="000000"/>
              </a:buClr>
              <a:buSzPts val="1200"/>
            </a:pPr>
            <a:fld id="{00000000-1234-1234-1234-123412341234}" type="slidenum">
              <a:rPr lang="en-GB" sz="1100" kern="0">
                <a:solidFill>
                  <a:srgbClr val="888888"/>
                </a:solidFill>
                <a:latin typeface="Gadugi" panose="020B0502040204020203" pitchFamily="34" charset="0"/>
                <a:ea typeface="Gadugi" panose="020B0502040204020203" pitchFamily="34" charset="0"/>
                <a:cs typeface="Calibri"/>
                <a:sym typeface="Calibri"/>
              </a:rPr>
              <a:pPr algn="r" defTabSz="1219170">
                <a:buClr>
                  <a:srgbClr val="000000"/>
                </a:buClr>
                <a:buSzPts val="1200"/>
              </a:pPr>
              <a:t>4</a:t>
            </a:fld>
            <a:endParaRPr sz="1100" kern="0">
              <a:solidFill>
                <a:srgbClr val="888888"/>
              </a:solidFill>
              <a:latin typeface="Gadugi" panose="020B0502040204020203" pitchFamily="34" charset="0"/>
              <a:ea typeface="Gadug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5567" y="1266534"/>
            <a:ext cx="2683270" cy="1976288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Top Coverage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 axis:  Number of items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Category axis:  Supplier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Bar chart 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Time period, Item Category, Project Location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Stuck: how “unique” item is defined? By item code, or item code + brand + spec?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320368" y="1266534"/>
            <a:ext cx="2600141" cy="1976288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Top Volume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 axis:  Total volume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Category axis:  Supplier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Bar chart 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Time period, Item Category, Project Location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2040" y="1266534"/>
            <a:ext cx="2683270" cy="1976288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Top Amount (Spend) 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 axis:  Total spend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Category axis:  Supplier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Bar chart 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Time period, Item Category, Project Location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Formula:  Price x Quantity </a:t>
            </a:r>
            <a:r>
              <a:rPr lang="en-US" sz="90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(Price at each time period multiply with Volume purchased during that period)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94618" y="1266534"/>
            <a:ext cx="3011055" cy="1976288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Supplier positioning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Horizontal value axis: Value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Vertical value axis:  Volume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Category: Supplier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Quadrant chart 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Time period, Item Category, Project Location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567" y="3382367"/>
            <a:ext cx="2683270" cy="3299148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Price positioning by Supplier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Vertical axis (Category label): Supplier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Horizontal axis:  %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100% Stacked Bar chart 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Time period, Item Category, Project Location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Data: 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Average price of supplier by “unique” item</a:t>
            </a:r>
            <a:r>
              <a:rPr lang="en-US" sz="1050" dirty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during the time period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Average market price (price of all supplier quoted)</a:t>
            </a:r>
            <a:r>
              <a:rPr lang="en-US" sz="1050" dirty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or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average BOQ price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Calculate % of items that supplier overprice or underprice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Decide tolerance to define “same price”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Customization: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Overpricing: red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Underpricing: green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Same: grey or light yellow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368" y="3382368"/>
            <a:ext cx="2600141" cy="1425968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6082040" y="3382366"/>
            <a:ext cx="2683270" cy="340036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Price fluctuation by Supplier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Vertical axis (Value): Average price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Horizontal axis:  Time (by month)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Line chart (comparison)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Time period, Item Category, Project Location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Data: 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Average price of supplier per all included item</a:t>
            </a:r>
            <a:r>
              <a:rPr lang="en-US" sz="1050" dirty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during the time period</a:t>
            </a:r>
          </a:p>
          <a:p>
            <a:pPr algn="just"/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Benchmark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: Average market price (price of all supplier quoted)</a:t>
            </a:r>
            <a:r>
              <a:rPr lang="en-US" sz="1050" dirty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or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average BOQ price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Note: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Decide to exclude the unmatched items among suppliers  or  include all items which having quotation?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Customization: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Under benchmark: green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Over benchmark: red</a:t>
            </a:r>
          </a:p>
        </p:txBody>
      </p:sp>
      <p:pic>
        <p:nvPicPr>
          <p:cNvPr id="1026" name="Picture 2" descr="UK price comparison sites face challenge in switching shake-up | Financial  Tim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0367" y="4900698"/>
            <a:ext cx="2600141" cy="159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/>
          <p:cNvSpPr/>
          <p:nvPr/>
        </p:nvSpPr>
        <p:spPr>
          <a:xfrm>
            <a:off x="8894617" y="3382366"/>
            <a:ext cx="3011055" cy="340036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Saving by Supplier &amp; Top Saving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Vertical axis (Value): Amount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Horizontal axis:  Time (by month)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Chart type: Line chart (comparison among supplier)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Filter: Time period, Item Category, Project Location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Data: 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Cost saving of supplier</a:t>
            </a:r>
          </a:p>
          <a:p>
            <a:pPr algn="just"/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Benchmark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: Amount based on average market price (price of all supplier quoted)</a:t>
            </a:r>
            <a:r>
              <a:rPr lang="en-US" sz="1050" dirty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050" i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or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BOQ price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Note: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Decide to exclude the unmatched items among suppliers  or  include all items which having quotation?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Customization: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Less than 0: red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Over 0: green</a:t>
            </a:r>
          </a:p>
          <a:p>
            <a:pPr algn="just"/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- Or choose to visualize </a:t>
            </a:r>
            <a:r>
              <a:rPr lang="en-US" sz="105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Top Saving Chart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567" y="603316"/>
            <a:ext cx="2107377" cy="44825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# suppliers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Number of suppliers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94107" y="603314"/>
            <a:ext cx="2107377" cy="575623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Average price </a:t>
            </a:r>
            <a:r>
              <a:rPr lang="en-US" sz="9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this year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</a:t>
            </a:r>
            <a:r>
              <a:rPr lang="en-US" sz="1050" dirty="0" err="1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avg</a:t>
            </a: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price of suppliers (vs market or BOQ price)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750954" y="604756"/>
            <a:ext cx="2107377" cy="44825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Total spend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total spend this year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19862" y="603316"/>
            <a:ext cx="2107377" cy="44825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Total volume purchased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total volume this year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535172" y="603316"/>
            <a:ext cx="2107377" cy="448257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100" b="1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Total saving</a:t>
            </a:r>
          </a:p>
          <a:p>
            <a:pPr marL="171450" indent="-171450" algn="just">
              <a:buFontTx/>
              <a:buChar char="-"/>
            </a:pPr>
            <a:r>
              <a:rPr lang="en-US" sz="1050" dirty="0" smtClean="0">
                <a:solidFill>
                  <a:schemeClr val="tx2">
                    <a:lumMod val="10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Value:  total saving this year</a:t>
            </a:r>
            <a:endParaRPr lang="en-US" sz="1050" dirty="0">
              <a:solidFill>
                <a:schemeClr val="tx2">
                  <a:lumMod val="10000"/>
                </a:schemeClr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484505"/>
      </p:ext>
    </p:extLst>
  </p:cSld>
  <p:clrMapOvr>
    <a:masterClrMapping/>
  </p:clrMapOvr>
</p:sld>
</file>

<file path=ppt/theme/theme1.xml><?xml version="1.0" encoding="utf-8"?>
<a:theme xmlns:a="http://schemas.openxmlformats.org/drawingml/2006/main" name="Data Science Company Profile by Slidesgo">
  <a:themeElements>
    <a:clrScheme name="Simple Light">
      <a:dk1>
        <a:srgbClr val="10092D"/>
      </a:dk1>
      <a:lt1>
        <a:srgbClr val="0084FF"/>
      </a:lt1>
      <a:dk2>
        <a:srgbClr val="00FFD5"/>
      </a:dk2>
      <a:lt2>
        <a:srgbClr val="FAFAFA"/>
      </a:lt2>
      <a:accent1>
        <a:srgbClr val="FAFAF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ata Science Company Profile by Slidesgo">
  <a:themeElements>
    <a:clrScheme name="Simple Light">
      <a:dk1>
        <a:srgbClr val="10092D"/>
      </a:dk1>
      <a:lt1>
        <a:srgbClr val="0084FF"/>
      </a:lt1>
      <a:dk2>
        <a:srgbClr val="00FFD5"/>
      </a:dk2>
      <a:lt2>
        <a:srgbClr val="FAFAFA"/>
      </a:lt2>
      <a:accent1>
        <a:srgbClr val="FAFAF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1411</Words>
  <Application>Microsoft Office PowerPoint</Application>
  <PresentationFormat>Widescreen</PresentationFormat>
  <Paragraphs>201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Bebas Neue</vt:lpstr>
      <vt:lpstr>Calibri</vt:lpstr>
      <vt:lpstr>Fira Sans Extra Condensed</vt:lpstr>
      <vt:lpstr>Gadugi</vt:lpstr>
      <vt:lpstr>Righteous</vt:lpstr>
      <vt:lpstr>Spartan</vt:lpstr>
      <vt:lpstr>Spartan Medium</vt:lpstr>
      <vt:lpstr>Data Science Company Profile by Slidesgo</vt:lpstr>
      <vt:lpstr>1_Data Science Company Profile by Slidesgo</vt:lpstr>
      <vt:lpstr>Visual suggestions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lengocphuongtrinh</dc:creator>
  <cp:lastModifiedBy>lengocphuongtrinh</cp:lastModifiedBy>
  <cp:revision>19</cp:revision>
  <dcterms:created xsi:type="dcterms:W3CDTF">2022-06-05T12:35:17Z</dcterms:created>
  <dcterms:modified xsi:type="dcterms:W3CDTF">2022-06-06T09:01:58Z</dcterms:modified>
</cp:coreProperties>
</file>